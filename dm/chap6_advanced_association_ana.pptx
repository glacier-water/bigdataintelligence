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4" r:id="rId3"/>
  </p:sldMasterIdLst>
  <p:notesMasterIdLst>
    <p:notesMasterId r:id="rId5"/>
  </p:notesMasterIdLst>
  <p:handoutMasterIdLst>
    <p:handoutMasterId r:id="rId92"/>
  </p:handoutMasterIdLst>
  <p:sldIdLst>
    <p:sldId id="515" r:id="rId4"/>
    <p:sldId id="618" r:id="rId6"/>
    <p:sldId id="537" r:id="rId7"/>
    <p:sldId id="561" r:id="rId8"/>
    <p:sldId id="549" r:id="rId9"/>
    <p:sldId id="550" r:id="rId10"/>
    <p:sldId id="562" r:id="rId11"/>
    <p:sldId id="558" r:id="rId12"/>
    <p:sldId id="563" r:id="rId13"/>
    <p:sldId id="642" r:id="rId14"/>
    <p:sldId id="539" r:id="rId15"/>
    <p:sldId id="564" r:id="rId16"/>
    <p:sldId id="540" r:id="rId17"/>
    <p:sldId id="551" r:id="rId18"/>
    <p:sldId id="565" r:id="rId19"/>
    <p:sldId id="552" r:id="rId20"/>
    <p:sldId id="553" r:id="rId21"/>
    <p:sldId id="544" r:id="rId22"/>
    <p:sldId id="545" r:id="rId23"/>
    <p:sldId id="560" r:id="rId24"/>
    <p:sldId id="547" r:id="rId25"/>
    <p:sldId id="548" r:id="rId26"/>
    <p:sldId id="516" r:id="rId27"/>
    <p:sldId id="554" r:id="rId28"/>
    <p:sldId id="555" r:id="rId29"/>
    <p:sldId id="556" r:id="rId30"/>
    <p:sldId id="557" r:id="rId31"/>
    <p:sldId id="566" r:id="rId32"/>
    <p:sldId id="624" r:id="rId33"/>
    <p:sldId id="620" r:id="rId34"/>
    <p:sldId id="627" r:id="rId35"/>
    <p:sldId id="628" r:id="rId36"/>
    <p:sldId id="623" r:id="rId37"/>
    <p:sldId id="630" r:id="rId38"/>
    <p:sldId id="569" r:id="rId39"/>
    <p:sldId id="621" r:id="rId40"/>
    <p:sldId id="572" r:id="rId41"/>
    <p:sldId id="574" r:id="rId42"/>
    <p:sldId id="634" r:id="rId43"/>
    <p:sldId id="575" r:id="rId44"/>
    <p:sldId id="625" r:id="rId45"/>
    <p:sldId id="576" r:id="rId46"/>
    <p:sldId id="577" r:id="rId47"/>
    <p:sldId id="640" r:id="rId48"/>
    <p:sldId id="635" r:id="rId49"/>
    <p:sldId id="643" r:id="rId50"/>
    <p:sldId id="641" r:id="rId51"/>
    <p:sldId id="632" r:id="rId52"/>
    <p:sldId id="633" r:id="rId53"/>
    <p:sldId id="580" r:id="rId54"/>
    <p:sldId id="581" r:id="rId55"/>
    <p:sldId id="582" r:id="rId56"/>
    <p:sldId id="583" r:id="rId57"/>
    <p:sldId id="584" r:id="rId58"/>
    <p:sldId id="585" r:id="rId59"/>
    <p:sldId id="586" r:id="rId60"/>
    <p:sldId id="587" r:id="rId61"/>
    <p:sldId id="588" r:id="rId62"/>
    <p:sldId id="589" r:id="rId63"/>
    <p:sldId id="590" r:id="rId64"/>
    <p:sldId id="591" r:id="rId65"/>
    <p:sldId id="592" r:id="rId66"/>
    <p:sldId id="593" r:id="rId67"/>
    <p:sldId id="594" r:id="rId68"/>
    <p:sldId id="595" r:id="rId69"/>
    <p:sldId id="596" r:id="rId70"/>
    <p:sldId id="597" r:id="rId71"/>
    <p:sldId id="598" r:id="rId72"/>
    <p:sldId id="599" r:id="rId73"/>
    <p:sldId id="600" r:id="rId74"/>
    <p:sldId id="601" r:id="rId75"/>
    <p:sldId id="602" r:id="rId76"/>
    <p:sldId id="603" r:id="rId77"/>
    <p:sldId id="604" r:id="rId78"/>
    <p:sldId id="605" r:id="rId79"/>
    <p:sldId id="606" r:id="rId80"/>
    <p:sldId id="607" r:id="rId81"/>
    <p:sldId id="608" r:id="rId82"/>
    <p:sldId id="609" r:id="rId83"/>
    <p:sldId id="610" r:id="rId84"/>
    <p:sldId id="611" r:id="rId85"/>
    <p:sldId id="612" r:id="rId86"/>
    <p:sldId id="613" r:id="rId87"/>
    <p:sldId id="614" r:id="rId88"/>
    <p:sldId id="615" r:id="rId89"/>
    <p:sldId id="616" r:id="rId90"/>
    <p:sldId id="617" r:id="rId91"/>
  </p:sldIdLst>
  <p:sldSz cx="9144000" cy="6858000" type="screen4x3"/>
  <p:notesSz cx="6934200" cy="9220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02" autoAdjust="0"/>
    <p:restoredTop sz="94551" autoAdjust="0"/>
  </p:normalViewPr>
  <p:slideViewPr>
    <p:cSldViewPr showGuides="1">
      <p:cViewPr varScale="1">
        <p:scale>
          <a:sx n="75" d="100"/>
          <a:sy n="75" d="100"/>
        </p:scale>
        <p:origin x="892" y="48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5" Type="http://schemas.openxmlformats.org/officeDocument/2006/relationships/tableStyles" Target="tableStyles.xml"/><Relationship Id="rId94" Type="http://schemas.openxmlformats.org/officeDocument/2006/relationships/viewProps" Target="viewProps.xml"/><Relationship Id="rId93" Type="http://schemas.openxmlformats.org/officeDocument/2006/relationships/presProps" Target="presProps.xml"/><Relationship Id="rId92" Type="http://schemas.openxmlformats.org/officeDocument/2006/relationships/handoutMaster" Target="handoutMasters/handoutMaster1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image" Target="../media/image52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drawings/_rels/vmlDrawing32.vml.rels><?xml version="1.0" encoding="UTF-8" standalone="yes"?>
<Relationships xmlns="http://schemas.openxmlformats.org/package/2006/relationships"><Relationship Id="rId4" Type="http://schemas.openxmlformats.org/officeDocument/2006/relationships/image" Target="../media/image59.emf"/><Relationship Id="rId3" Type="http://schemas.openxmlformats.org/officeDocument/2006/relationships/image" Target="../media/image58.wmf"/><Relationship Id="rId2" Type="http://schemas.openxmlformats.org/officeDocument/2006/relationships/image" Target="../media/image57.emf"/><Relationship Id="rId1" Type="http://schemas.openxmlformats.org/officeDocument/2006/relationships/image" Target="../media/image56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147480000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0-28T18:31:46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17062.000 16313.000 186 0,'0.000'0.000'125'0,"0.000"0.000"-125"0,0.000 0.000 136 0,0.000-1.000-61 16,0.000 0.000-36-16,1.000 0.000 13 0,0.000 0.000 1 0,0.000 0.000 3 0,0.000-1.000-10 16,0.000 0.000-21-16,0.000 1.000-8 0,3.000-2.000-2 15,5.000-2.000-18-15,1.000 0.000 3 0,0.000 2.000 5 0,0.000 0.000-2 16,1.000 0.000-2-16,0.000 2.000 4 0,-3.000 0.000-4 0,-1.000 0.000 9 0,3.000 0.000 34 0,0.000 0.000-13 16,2.000 1.000 8-16,3.000 0.000-13 0,1.000-1.000-2 15,3.000 1.000-3-15,2.000-1.000 3 0,4.000 1.000-4 0,3.000 0.000-8 16,2.000 1.000-4-16,7.000 1.000-1 0,5.000-2.000 0 0,7.000 0.000-3 0,-1.000 0.000 2 15,1.000 1.000-4-15,-8.000-1.000 3 0,-2.000 0.000-14 0,1.000-2.000 9 16,-2.000 0.000-6-16,0.000 1.000 8 0,0.000 1.000 10 0,4.000 1.000 4 16,5.000 3.000 9-16,-3.000-2.000-4 0,7.000 0.000 4 0,-6.000 1.000-3 15,-4.000-2.000-5-15,2.000 0.000 3 0,-3.000 1.000-6 0,2.000-1.000 12 16,1.000 0.000-3-16,2.000-1.000 7 0,6.000 0.000 11 0,5.000 0.000 0 16,1.000 0.000 4-16,1.000 0.000-5 0,-6.000 0.000-13 0,-3.000 0.000-6 0,4.000-3.000-9 0,3.000 2.000 3 0,6.000-4.000-15 15,4.000 3.000 0-15,-3.000 1.000 1 0,-3.000 0.000 0 0,-5.000 0.000 8 16,-1.000-3.000-1-16,1.000 2.000 3 0,-3.000-1.000-4 0,5.000 2.000-1 0,-3.000 0.000-1 15,-4.000-3.000 0-15,1.000 2.000 1 0,-8.000 0.000 3 0,-1.000-1.000 9 16,1.000 2.000 2-16,-6.000-1.000 1 0,6.000 0.000 0 0,-3.000 0.000 1 16,2.000-3.000 3-16,1.000 2.000 2 0,-5.000 0.000 23 0,5.000 1.000-9 15,-7.000 0.000-6-15,-2.000-1.000-3 0,4.000 0.000-30 0,-4.000 1.000 0 0,6.000 1.000-2 16,3.000 1.000 2-16,-1.000-2.000 7 0,4.000-2.000-9 0,-7.000-1.000 8 16,-6.000-1.000-8-16,1.000 3.000-2 0,-8.000 1.000 2 15,0.000-1.000 0-15,-5.000 1.000 2 0,-1.000 0.000 0 0,-2.000-1.000 5 0,-3.000 2.000-7 16,3.000 0.000 6-16,-3.000 1.000 1 0,-1.000-1.000 5 0,2.000 0.000 3 15,-4.000 0.000 0-15,7.000-1.000 7 0,0.000 1.000-15 0,4.000 1.000 0 16,4.000-1.000-6-16,-12.000 1.000-1 0,10.000 0.000 3 0,-8.000 0.000 1 0,-6.000 0.000 0 16,7.000 0.000 1-16,-6.000 0.000 0 0,-2.000 0.000 0 0,2.000 0.000-1 15,-2.000 0.000-4-15,-3.000 0.000 1 0,2.000-1.000-1 0,0.000 1.000 0 16,-2.000-1.000-25-16,-1.000 0.000-44 0,-3.000 0.000-28 0,-1.000 0.000-13 16,-1.000 1.000-183-16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147480000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0-28T18:34:46"/>
    </inkml:context>
    <inkml:context xml:id="ctx1">
      <inkml:inkSource xml:id="inkSrc0">
        <inkml:traceFormat>
          <inkml:channel name="X" type="integer" max="1920" units="cm"/>
          <inkml:channel name="Y" type="integer" max="1200" units="cm"/>
          <inkml:channel name="T" type="integer" max="2147480000" units="dev"/>
        </inkml:traceFormat>
        <inkml:channelProperties>
          <inkml:channelProperty channel="X" name="resolution" value="66.66666" units="1/cm"/>
          <inkml:channelProperty channel="Y" name="resolution" value="66.66666" units="1/cm"/>
          <inkml:channelProperty channel="T" name="resolution" value="1" units="1/dev"/>
        </inkml:channelProperties>
      </inkml:inkSource>
      <inkml:timestamp xml:id="ts0" timeString="2021-03-10T20:06:00"/>
    </inkml:context>
    <inkml:brush xml:id="br0">
      <inkml:brushProperty name="width" value="0.05292" units="cm"/>
      <inkml:brushProperty name="height" value="0.05292" units="cm"/>
      <inkml:brushProperty name="color" value="#000000"/>
    </inkml:brush>
    <inkml:brush xml:id="br1">
      <inkml:brushProperty name="width" value="0.1" units="cm"/>
      <inkml:brushProperty name="height" value="0.1" units="cm"/>
      <inkml:brushProperty name="color" value="#000000"/>
      <inkml:brushProperty name="fitToCurve" value="1"/>
    </inkml:brush>
  </inkml:definitions>
  <inkml:trace contextRef="#ctx0" brushRef="#br0">735.000 11644.000 54 0,'0.000'0.000'0'0,"0.000"0.000"69"0,0.000 0.000 26 0,-1.000-1.000 44 0,0.000 0.000 13 15,0.000 0.000-61-15,-1.000 0.000-15 0,1.000-1.000-69 0,0.000 1.000 5 16,1.000 0.000-12-16,0.000 0.000 5 0,0.000 0.000-3 16,-1.000 0.000-2-16,0.000-1.000-2 0,0.000 1.000-8 0,0.000 0.000 8 15,0.000 0.000 1 1,0.000 0.000 2-16,0.000 0.000-1 0,-1.000 0.000 11 0,0.000 0.000 1 15,0.000 0.000 6-15,-1.000 0.000 9 0,1.000-1.000-23 0,1.000 1.000 1 0,0.000 0.000-7 16,0.000 0.000-4-16,0.000 0.000 8 0,0.000 0.000-4 0,0.000 1.000 4 16,0.000-1.000-7-16,0.000 0.000 2 0,0.000 0.000 5 15,1.000 0.000-1-15,0.000 1.000 11 0,0.000 0.000 10 0,0.000 0.000-2 16,0.000 0.000 5-16,0.000 0.000-1 0,0.000 0.000-8 0,0.000 0.000 1 16,1.000 0.000-2-16,0.000 0.000 2 0,0.000 0.000-3 15,0.000 1.000 2-15,0.000 0.000-3 0,0.000 0.000-14 0,0.000 0.000 3 16,0.000 1.000-5-16,1.000 0.000 5 0,2.000 3.000 4 0,1.000 2.000-7 15,1.000 4.000 0-15,0.000-3.000-4 0,-3.000 0.000 1 0,0.000-1.000 6 16,1.000 1.000 1-16,2.000 3.000 2 0,1.000 0.000-10 0,-2.000-2.000 8 16,0.000-1.000-3-16,0.000-2.000 5 0,-4.000-1.000-9 0,4.000-2.000 3 0,6.000 2.000 0 0,-3.000-2.000 1 15,5.000 1.000 4-15,-2.000 1.000 20 0,3.000 1.000 2 0,-8.000-3.000 9 16,7.000 0.000 34-16,7.000 0.000-34 0,-10.000-1.000 6 0,10.000 1.000-18 16,-8.000-2.000-19-16,-2.000 0.000 4 0,5.000 2.000-5 0,-2.000-1.000 6 15,-2.000 1.000-9-15,-2.000 0.000 0 0,-3.000-2.000 0 0,-3.000 1.000 0 16,0.000 0.000 4-16,1.000-1.000-3 0,-2.000 2.000 6 0,-1.000-1.000-5 15,0.000-1.000 4-15,0.000 0.000-48 0,0.000 1.000-6 0,0.000 0.000-20 0,1.000 1.000-67 16,-1.000-1.000-55-16,1.000 1.000-8 0</inkml:trace>
  <inkml:trace contextRef="#ctx0" brushRef="#br0">963.000 11617.000 493 0,'0.000'0.000'1'16,"-1.000"-1.000"0"-16,0.000 0.000 7 0,0.000 0.000-5 0,0.000-1.000 5 16,-1.000-2.000-8-16,-1.000 0.000-7 0,3.000 3.000 5 0,-2.000-2.000-4 15,1.000 1.000 6-15,0.000 1.000-3 0,-1.000 0.000 2 16,1.000 0.000 0-16,-1.000 0.000 3 0,1.000 0.000 3 0,-1.000 0.000-5 15,1.000 1.000 6-15,0.000 0.000 14 0,-2.000-2.000 24 0,1.000 1.000-1 16,1.000 0.000 6-16,0.000 0.000-15 0,0.000-1.000-8 0,-1.000 0.000-2 16,1.000 1.000-1-16,1.000 0.000-9 0,-1.000 0.000-3 0,0.000-1.000-4 15,0.000 1.000 2-15,0.000 0.000-4 0,1.000 0.000-4 0,0.000 0.000 2 16,-1.000 0.000-3-16,0.000 0.000-12 0,0.000 1.000 9 0,0.000 0.000-6 16,0.000 1.000 9-16,-1.000 0.000 3 0,0.000 0.000-2 0,-11.000 6.000 5 15,3.000-4.000-5-15,4.000 12.000-4 0,-6.000-4.000 10 16,8.000 8.000-8-16,1.000-2.000 8 0,-1.000-1.000-9 0,-3.000-1.000-1 15,-1.000-3.000 7-15,6.000 3.000-4 0,1.000-3.000 8 0,0.000 1.000-9 16,-7.000-2.000 2-16,3.000-1.000-4 0,-1.000-1.000 4 0,1.000-1.000 10 16,1.000-1.000-5-16,1.000-2.000 8 0,-1.000 2.000-4 0,1.000-2.000 15 15,-1.000-1.000-4-15,1.000 1.000 7 0,-6.000 1.000-11 0,1.000-1.000-17 16,-1.000-1.000 2-16,4.000 3.000-6 0,0.000-3.000 4 0,4.000 1.000-12 16,-1.000 0.000-4-16,-1.000-1.000-7 0,1.000-1.000-49 0,-1.000 0.000-63 15,1.000-1.000-20-15</inkml:trace>
  <inkml:trace contextRef="#ctx0" brushRef="#br0">1271.000 11466.000 42 0,'0.000'0.000'0'0,"-1.000"0.000"13"0,0.000-1.000 137 0,0.000 0.000-28 0,0.000 0.000 15 16,0.000 0.000-49-16,0.000 0.000-7 0,-1.000-1.000-11 0,1.000 2.000-6 0,-8.000-6.000-1 15,2.000-1.000-35-15,-1.000 2.000-7 0,2.000-1.000-2 0,-1.000 2.000-1 16,0.000 1.000 2-16,3.000 0.000-7 0,-1.000 0.000 1 16,0.000-2.000-4-16,-2.000 2.000-3 0,0.000 1.000 1 0,-2.000-1.000 7 15,2.000 0.000-2-15,-3.000-2.000 25 0,0.000 0.000 20 0,-2.000 0.000-3 16,-3.000-2.000 8-16,4.000 2.000-8 0,-2.000-1.000-22 0,0.000 1.000-1 0,2.000-1.000-8 15,-3.000 1.000-13-15,2.000 3.000 1 0,-4.000 0.000-3 0,-1.000-9.000 2 16,-2.000 4.000-6-16,1.000 3.000-5 0,-2.000 1.000 1 16,1.000 3.000-2-16,1.000 1.000-2 0,-7.000 4.000 0 0,2.000 0.000 2 0,-8.000 3.000-1 15,4.000 1.000 2-15,7.000-2.000 3 16,0.000 2.000-3-16,10.000-4.000 3 0,-4.000 2.000 0 0,2.000 0.000-2 16,5.000-3.000 3-16,-1.000 1.000-3 0,1.000 1.000 6 0,-1.000-5.000-3 15,-1.000 7.000-2-15,1.000 2.000 1 0,-2.000-2.000 2 0,1.000 6.000-7 0,-2.000-1.000 5 0,1.000-4.000-6 0,2.000 4.000 3 0,2.000-7.000 0 16,-2.000 6.000-4-16,1.000 6.000 2 0,4.000-4.000 0 0,-2.000 1.000 2 15,2.000-2.000 0-15,-1.000-2.000 1 16,0.000 6.000-4-16,0.000 6.000 0 0,-1.000 3.000 3 16,3.000-1.000-1-16,-2.000-2.000 0 0,-1.000-5.000 1 0,-1.000-3.000-2 0,3.000 1.000 2 15,-2.000-1.000-6-15,2.000-1.000 3 0,2.000 0.000 3 0,-1.000 3.000-1 16,-8.000 0.000 0-16,5.000 0.000 4 0,3.000 4.000-9 0,-1.000 0.000 8 16,3.000 0.000 2-16,2.000-5.000 12 0,2.000 8.000 2 0,2.000-6.000 2 0,0.000-1.000 7 15,4.000 4.000-9-15,-3.000-7.000 6 0,4.000 2.000-9 0,-8.000 2.000-7 16,11.000-5.000-1-16,0.000 3.000-5 0,-2.000 2.000 4 0,3.000-5.000-7 0,3.000 6.000-3 15,-2.000-6.000 2-15,4.000-1.000-1 0,0.000 2.000 11 0,-4.000-1.000-8 16,6.000-2.000 8-16,-2.000-2.000-8 0,2.000-1.000 0 0,-1.000-4.000 2 16,-4.000-2.000-2-16,-2.000 2.000 3 0,0.000-2.000 6 0,3.000-1.000 4 15,-2.000 1.000 4-15,3.000 10.000-1 0,-1.000-5.000 3 0,0.000-2.000-2 16,2.000-2.000-1-16,-2.000 0.000 0 0,-1.000-3.000-9 0,0.000 0.000 4 16,1.000-1.000-3-16,-1.000-1.000 4 0,2.000 0.000-3 0,-3.000-1.000-7 15,-3.000 0.000 5-15,2.000-1.000-4 0,-5.000 0.000 7 0,1.000-1.000 12 16,2.000 0.000-5-16,-4.000 0.000 8 0,-2.000-1.000 4 0,0.000 1.000 1 15,-3.000-14.000 2-15,8.000-1.000-3 0,-4.000 2.000-14 0,1.000-2.000-1 0,-3.000 3.000-5 16,-4.000 2.000 5-16,1.000-3.000-6 0,7.000-4.000-1 0,-4.000 3.000-6 0,1.000-7.000 4 0,-3.000 1.000-5 0,-1.000 2.000 13 16,-1.000-3.000-4-16,6.000 5.000 5 0,-1.000 3.000-12 0,-2.000 1.000-3 15,0.000 0.000 3-15,4.000 1.000-3 0,-2.000 1.000 4 0,0.000-2.000 2 16,0.000 1.000-4-16,-4.000 1.000 5 16,0.000 0.000 7-16,0.000-2.000 2 0,-1.000 5.000-2 15,2.000 1.000 1-15,-1.000-3.000-4 0,-2.000 4.000 6 0,-4.000-9.000-2 16,1.000 2.000 2-16,0.000 1.000-7 0,-1.000 0.000-2 0,-3.000-1.000 1 0,5.000-2.000-3 0,-17.000-2.000-3 0,0.000 0.000-3 15,7.000 3.000-1-15,-2.000-2.000-2 0,3.000 2.000-2 0,0.000 3.000-6 0,-4.000-1.000-3 16,-1.000-1.000-1-16,1.000 1.000-13 0,2.000-1.000-2 0,-2.000 0.000 7 16,-1.000 2.000-6-16,2.000 0.000 14 0,0.000 1.000-26 0,1.000 1.000-7 15,0.000-1.000-9-15,1.000 1.000-56 0,1.000 2.000-97 0,0.000 0.000-25 16,-1.000 2.000-45-16,-1.000 4.000-280 0</inkml:trace>
  <inkml:trace contextRef="#ctx0" brushRef="#br0">1084.000 12251.000 256 0,'0.000'0.000'79'0,"0.000"0.000"-22"15,-1.000-1.000 39-15,0.000 0.000 12 0,0.000 0.000-48 0,0.000 0.000-6 0,0.000 0.000 34 16,-1.000 0.000-7-16,-1.000 0.000 18 0,1.000 0.000-5 15,0.000 0.000-48-15,0.000 0.000 0 0,0.000 0.000-17 0,1.000 1.000-22 0,-2.000-1.000-4 0,2.000 1.000-5 0,-1.000 0.000 2 16,-1.000 0.000-1-16,1.000-1.000-3 16,0.000-1.000 8-16,0.000 1.000-5 0,0.000 0.000 3 0,1.000 0.000 6 15,0.000 0.000-8-15,0.000 1.000 7 0,0.000 0.000-7 0,0.000 0.000 2 0,0.000 0.000-1 0,0.000 0.000 0 16,-1.000 0.000-4-16,1.000 0.000 1 16,0.000 1.000 1-16,1.000 0.000 0 0,0.000 0.000-8 0,0.000 2.000 11 15,0.000-1.000-2-15,0.000 3.000 6 0,0.000 5.000-2 0,0.000 0.000 1 16,1.000 1.000-3-16,0.000 1.000 1 0,2.000 2.000 0 0,1.000 3.000 0 0,0.000 2.000 4 15,1.000 3.000-1-15,1.000 3.000 14 0,-1.000 3.000 4 0,-1.000-2.000-2 16,1.000 3.000 2-16,1.000 1.000-2 0,-1.000-3.000 8 0,0.000 4.000-3 16,0.000-2.000 3-16,0.000-1.000-11 0,1.000 0.000 1 0,0.000-1.000-4 15,0.000 0.000 1-15,1.000 1.000-10 0,1.000 5.000 3 0,-2.000 1.000-3 0,2.000 4.000 0 16,-1.000 2.000-10-16,-3.000 4.000 10 0,0.000 3.000-5 0,-3.000-4.000 8 16,-1.000-3.000-10-16,2.000-6.000 9 0,0.000-9.000 3 0,0.000-2.000 0 0,-1.000-4.000-4 0,-1.000-5.000 3 0,0.000 0.000-4 15,0.000-2.000 4-15,0.000 0.000 0 0,0.000 0.000-6 0,0.000-3.000 5 16,0.000 0.000-6-16,0.000-2.000 2 0,0.000 1.000-9 0,0.000-2.000-5 0,0.000-1.000-2 31,0.000 1.000-30-31,0.000-1.000-48 0,0.000-2.000-11 0,0.000 0.000-18 16,0.000-1.000-98-16</inkml:trace>
  <inkml:trace contextRef="#ctx0" brushRef="#br0">1134.000 13299.000 1046 0,'0.000'0.000'38'0,"0.000"-1.000"-7"0,-1.000 0.000 14 16,0.000 0.000 0-1,0.000 0.000-12-15,-1.000-1.000-24 0,1.000 0.000-6 0,1.000-1.000 10 16,-1.000 0.000-6-16,0.000 0.000 30 0,-1.000-1.000-35 0,0.000 0.000 9 16,-1.000-1.000-16-16,0.000 1.000 6 0,0.000 0.000 1 0,0.000 0.000-6 0,-3.000 1.000 3 15,0.000-3.000-16-15,-2.000 2.000 1 0,1.000 0.000 4 0,-3.000 0.000-3 16,1.000 0.000 6-16,-3.000 0.000 5 0,-1.000 0.000 0 0,3.000 3.000 3 15,-4.000-2.000 1-15,0.000-7.000 0 0,2.000 4.000 0 0,-7.000-1.000 3 0,8.000 5.000-2 16,-4.000 0.000-2-16,-5.000 1.000 1 0,14.000 1.000-2 0,-20.000 0.000-4 16,5.000 2.000 5-16,12.000 0.000 2 0,-16.000 5.000 2 0,18.000-5.000 11 15,2.000 1.000-14-15,-9.000 4.000 1 0,5.000 0.000-4 0,-2.000-2.000-6 0,1.000 9.000 3 16,4.000 3.000-5-16,-2.000 4.000 4 0,2.000 2.000 1 0,1.000 4.000 8 16,-3.000-1.000-4-16,-6.000 4.000 3 0,4.000-4.000-12 0,4.000 5.000 11 15,2.000-1.000 1-15,1.000-1.000 4 0,3.000 1.000 2 0,0.000-4.000-11 16,0.000 1.000 2-16,4.000-6.000-4 0,0.000 4.000 11 0,1.000 3.000-5 15,1.000-1.000 2-15,-1.000 0.000-2 0,3.000 0.000 5 0,2.000 0.000-9 16,1.000-2.000 8-16,-3.000 2.000-8 0,8.000-5.000 9 0,6.000 1.000 1 16,3.000-2.000-9-16,-18.000-4.000 5 0,22.000 6.000-7 0,-1.000-5.000 5 0,-3.000-4.000 6 15,12.000 0.000-2-15,-14.000-9.000 4 0,0.000 4.000-1 0,-1.000-4.000 0 16,1.000-4.000 0-16,-1.000 11.000 8 0,2.000-6.000 2 0,2.000-4.000 0 16,0.000-2.000 0-16,1.000-2.000 2 0,3.000-4.000 22 0,0.000-3.000-4 0,1.000-6.000 11 15,-3.000 11.000 16-15,-5.000-20.000 5 0,-4.000-6.000-1 0,-1.000 5.000 1 16,1.000-2.000-5-16,-1.000 3.000-11 0,-3.000 1.000 5 0,1.000-2.000-7 15,-6.000 3.000 1-15,-1.000 0.000 5 0,-2.000 0.000 0 16,-3.000 2.000 0-16,0.000 1.000-13 0,-3.000 0.000-5 0,9.000 2.000-3 16,-3.000-2.000 0-16,-6.000 0.000-8 0,-4.000-5.000-9 0,-2.000 1.000-6 0,-2.000 5.000 0 15,-2.000-1.000-14-15,-2.000-3.000-24 0,6.000 1.000-5 0,-12.000-7.000-9 16,-12.000-1.000-47-16,6.000 9.000-5 0,-8.000-3.000-12 0,1.000 3.000 2 16,0.000 1.000-53-16,-9.000 0.000-59 0,8.000 2.000-20 0,-7.000 1.000-23 15,7.000 2.000-169-15</inkml:trace>
  <inkml:trace contextRef="#ctx0" brushRef="#br0">784.000 13443.000 256 0,'0.000'0.000'3'0,"0.000"0.000"21"0,0.000 0.000 47 0,0.000-1.000 13 16,0.000 0.000 9-16,0.000 0.000-11 0,1.000 0.000-61 0,1.000 0.000-2 15,-2.000 0.000-9-15,0.000 0.000-10 0,0.000-1.000 7 0,0.000 1.000 3 0,0.000 0.000 1 0,0.000 0.000 15 16,0.000 0.000 38-16,1.000 0.000 0 15,-1.000 0.000 16-15,0.000 0.000 21 0,0.000 0.000-26 0,0.000 0.000 1 0,1.000 0.000-11 16,0.000 0.000-18-16,0.000 0.000-9 0,0.000 0.000-7 0,-1.000 0.000 0 0,0.000 0.000-13 0,0.000 0.000-7 16,0.000-1.000 8-16,0.000 1.000-8 15,0.000 0.000 0-15,0.000 0.000 9 0,0.000 0.000 0 0,0.000 1.000 3 16,0.000 0.000 2-16,0.000-1.000-5 0,0.000 0.000-2 0,0.000 0.000-1 16,-1.000 0.000-15-16,1.000 1.000-1 0,0.000 0.000-1 0,0.000 0.000 3 0,0.000 1.000 13 0,0.000 0.000-4 15,0.000 1.000 6-15,1.000 0.000-5 0,0.000 0.000 10 16,0.000 1.000 4-16,0.000-1.000-9 0,0.000 0.000 5 0,1.000 0.000-22 15,0.000 0.000 3-15,1.000-1.000-2 0,2.000 4.000 2 0,-1.000 4.000-2 0,3.000-2.000-1 16,3.000 1.000 3-16,5.000 1.000-3 0,-9.000 2.000 0 0,1.000-3.000 8 16,4.000 3.000-4-16,-9.000-5.000 6 0,7.000 4.000 0 0,4.000 0.000-3 15,-2.000 1.000-2-15,-3.000 1.000-1 0,8.000-1.000-5 0,-3.000 1.000 0 16,-2.000-5.000 1-16,7.000 3.000-1 0,-9.000 0.000-2 0,0.000-1.000 5 16,-1.000 2.000-3-16,-2.000-1.000 5 0,0.000-2.000-5 0,-1.000 1.000 0 15,-2.000-2.000 2-15,2.000 1.000-1 0,-1.000-1.000 0 0,-1.000-1.000 4 0,0.000 0.000-5 16,-1.000-2.000 2-16,-1.000-1.000-2 0,0.000-1.000 10 0,0.000-1.000-3 0,0.000 1.000 3 0,1.000 1.000-5 15,1.000-1.000-4-15,-2.000 0.000 0 0,0.000 0.000-3 0,0.000-1.000-10 0,0.000 0.000-37 16,0.000 0.000 3-16,0.000 0.000-17 0,0.000 0.000-24 0,0.000 0.000-21 16,-1.000 0.000-18-16,0.000-1.000-3 0,0.000 0.000-83 0,0.000 0.000-159 0</inkml:trace>
  <inkml:trace contextRef="#ctx0" brushRef="#br0">1047.000 13416.000 484 0,'0.000'0.000'49'0,"0.000"0.000"88"16,0.000-1.000-112-16,0.000 0.000-16 0,0.000-1.000-4 0,0.000-2.000-2 15,0.000-6.000-3-15,0.000 3.000-2 0,1.000 0.000 9 0,-1.000 1.000-6 16,1.000 1.000 20-16,0.000 0.000-3 0,0.000-2.000 1 0,0.000 0.000-1 15,-1.000 2.000-5-15,0.000 1.000 11 0,0.000 2.000-6 0,0.000 1.000 9 0,0.000-1.000-1 16,0.000 0.000 1-16,0.000 0.000 6 0,0.000 1.000 0 0,0.000 0.000 28 16,0.000 0.000-7-16,0.000 0.000-3 0,0.000 0.000-1 0,-1.000 0.000-13 0,0.000 0.000-16 15,0.000 0.000 4-15,0.000 0.000-11 0,0.000-1.000-6 0,0.000 1.000 2 16,0.000 1.000-8-16,1.000 0.000 6 0,0.000 0.000-3 0,-1.000 0.000 3 16,0.000 0.000 2-16,0.000 1.000-2 0,0.000 1.000 0 0,-1.000-1.000 7 15,1.000 0.000-1-15,1.000 1.000 1 0,-4.000 8.000-16 0,2.000 0.000 4 16,-1.000 7.000-9-16,1.000-10.000 8 0,-1.000 7.000-7 0,-2.000 5.000 3 15,2.000-9.000 0-15,-1.000 17.000 0 0,2.000-9.000-5 0,0.000-5.000 7 0,-2.000 8.000-1 0,-1.000-6.000 3 16,0.000 2.000 3-16,0.000 3.000-7 0,2.000-2.000 4 0,-1.000-4.000-5 0,0.000 0.000 11 16,0.000-1.000 4-1,-1.000 1.000 2-15,0.000-4.000 1 0,2.000 2.000 21 0,0.000-2.000-16 16,1.000-3.000 1-16,-1.000 2.000-9 0,1.000 1.000-12 0,1.000-2.000 6 0,-1.000 1.000-6 16,-3.000 2.000 5-16,0.000-2.000-13 0,2.000 0.000 5 15,-2.000-2.000 3-15,3.000-1.000 0 0,-1.000 2.000-2 0,0.000-4.000-10 16,-1.000 2.000-2-16,1.000 0.000-4 0,3.000-5.000-19 0,-3.000 2.000-28 0,3.000-2.000-12 0,-1.000 1.000-9 15,0.000 0.000-86-15</inkml:trace>
  <inkml:trace contextRef="#ctx0" brushRef="#br0">1233.000 13625.000 1223 0,'-1.000'0.000'30'0,"0.000"-1.000"39"0,0.000 0.000-36 16,0.000 0.000-26-16,0.000 0.000-4 0,0.000 1.000-3 0,0.000 0.000 2 0,0.000 0.000 10 15,0.000 0.000 7-15,0.000 0.000-2 0,0.000 0.000 11 0,-1.000 0.000-25 16,1.000 0.000 3-16,0.000 0.000-10 0,0.000 1.000 1 0,0.000 0.000 5 15,0.000 0.000-2-15,0.000 0.000 3 0,-1.000 1.000-13 0,0.000 0.000 6 16,-1.000 4.000 2-16,-2.000 0.000 1 0,2.000 0.000 2 0,0.000 2.000 5 16,1.000 0.000-5-16,2.000 2.000 5 0,0.000-2.000-11 0,0.000 1.000 5 15,0.000 0.000 0-15,0.000-2.000 3 16,0.000 2.000-3-16,1.000-2.000 0 0,0.000-1.000-6 0,1.000 1.000-1 0,0.000-2.000-52 0,0.000 1.000-65 0,3.000 1.000-8 16,-3.000-3.000-19-16,1.000 2.000-46 0</inkml:trace>
  <inkml:trace contextRef="#ctx1" brushRef="#br1">68.000 14363.000 0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147480000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0-28T18:34:48"/>
    </inkml:context>
    <inkml:brush xml:id="br0">
      <inkml:brushProperty name="width" value="0.05292" units="cm"/>
      <inkml:brushProperty name="height" value="0.05292" units="cm"/>
      <inkml:brushProperty name="color" value="#000000"/>
    </inkml:brush>
  </inkml:definitions>
  <inkml:trace contextRef="#ctx0" brushRef="#br0">2518.000 11430.000 306 0,'0.000'0.000'26'0,"0.000"0.000"-8"0,0.000-1.000 47 15,0.000 0.000-7-15,0.000 0.000 6 0,0.000 0.000-43 0,0.000 0.000-17 16,-1.000 0.000 5-16,1.000 0.000-9 0,0.000 0.000 3 0,0.000-1.000-2 16,0.000 2.000 0-16,0.000-1.000 1 0,0.000 1.000 9 0,1.000-1.000-6 15,0.000 1.000 7-15,0.000 0.000-5 0,0.000 0.000 25 0,0.000 0.000 14 16,0.000 0.000-2-16,0.000 0.000 8 0,0.000 0.000 7 0,0.000 0.000-18 15,1.000 0.000 5-15,-2.000 0.000-9 0,0.000 0.000 20 16,0.000 0.000-25 0,0.000 0.000 3-16,0.000 0.000-12 0,0.000 0.000-3 0,0.000 0.000-14 15,0.000 0.000 8-15,0.000 0.000-10 0,0.000 0.000 7 0,0.000 0.000 9 16,0.000 0.000-1-16,-2.000 0.000 4 0,1.000 0.000-17 0,0.000 0.000-4 0,0.000 0.000-2 16,0.000 0.000 0-16,1.000 0.000 7 0,0.000 1.000-7 15,0.000 0.000 7-15,0.000 1.000-7 0,0.000-1.000 3 0,0.000 0.000 3 0,0.000 0.000-5 16,0.000 0.000 6-16,0.000 0.000-3 0,0.000 0.000 7 15,1.000 0.000-1-15,0.000 1.000 5 0,0.000 0.000 0 0,0.000 0.000 0 16,1.000-1.000-1-16,-1.000 0.000 0 0,1.000 2.000-3 0,0.000-1.000 9 16,2.000 1.000-7-16,2.000 1.000 6 0,6.000 3.000-14 0,-4.000-2.000 1 15,-4.000-4.000 1-15,10.000 5.000-1 0,-12.000-6.000 0 0,4.000 2.000-6 16,10.000 5.000 1-16,-8.000-5.000-2 0,12.000 5.000-4 0,-6.000-3.000 6 16,-6.000-2.000-2-16,3.000 2.000 4 0,-7.000-4.000 2 0,4.000 0.000-1 15,-2.000 0.000 2-15,0.000 0.000-3 0,3.000 1.000-4 0,3.000 1.000 3 16,-4.000-1.000-4-16,-2.000 0.000 3 0,2.000 0.000 0 15,-4.000-1.000 1-15,5.000 1.000 2 0,-5.000-1.000-1 0,-3.000 0.000 1 16,2.000 0.000-3-16,-1.000 0.000 1 0,-1.000 0.000-2 16,0.000 0.000 0-16,1.000 1.000-35 0,0.000 0.000-16 0,1.000 0.000-13 15,-1.000-1.000-97-15,0.000 0.000-74 0,-1.000 0.000-20 0</inkml:trace>
  <inkml:trace contextRef="#ctx0" brushRef="#br0">2924.000 11328.000 301 0,'0.000'0.000'153'0,"0.000"0.000"-133"0,0.000 0.000 161 15,0.000 0.000-75-15,0.000 0.000-82 0,0.000 0.000-24 0,0.000-1.000 6 16,0.000 1.000-11-16,0.000-1.000 16 0,0.000 1.000-2 16,0.000 0.000 5-16,0.000 0.000-3 0,0.000 0.000 5 0,0.000-1.000-19 0,0.000 0.000 3 0,-1.000 1.000-7 0,1.000 0.000 13 0,0.000 0.000-3 15,0.000 0.000 1-15,-1.000 0.000-1 0,1.000 0.000 0 16,-1.000 0.000 10-16,0.000 0.000-8 0,0.000 0.000 9 0,0.000 0.000 4 15,-1.000 1.000-2-15,-1.000 0.000-1 0,-8.000 4.000-1 0,2.000-1.000-4 16,-1.000 1.000-8-16,1.000 1.000 10 0,0.000 0.000-10 0,0.000 0.000-1 0,0.000 0.000 6 16,2.000 0.000-7-16,2.000-5.000 6 0,0.000 4.000-9 15,2.000 1.000 15-15,0.000-1.000 0 0,0.000-1.000 8 0,-1.000 1.000 0 16,1.000-1.000 4-16,1.000 2.000-4 0,-1.000 0.000 5 0,1.000-1.000 6 16,1.000 2.000-9-1,-3.000-1.000 1-15,1.000 1.000-5 0,0.000-1.000-11 0,-1.000-1.000 2 16,0.000 1.000 2-16,-1.000-5.000-1 0,1.000 7.000-6 0,1.000-3.000 5 15,2.000 3.000-6-15,-1.000-2.000 6 0,-4.000-1.000-8 0,0.000-2.000 5 16,1.000 0.000-4-16,2.000-1.000 3 0,1.000-1.000-8 16,0.000 0.000 3-16,1.000 0.000 0 0,0.000 0.000 3 0,0.000 0.000 4 15,-2.000 0.000 7-15,1.000 0.000-1 0,1.000 0.000 2 0,0.000 0.000-2 16,0.000 0.000-8-16,0.000 0.000 3 0,0.000 0.000-4 0,0.000 0.000-3 0,0.000 0.000 0 0,0.000 0.000-5 0,1.000 0.000 4 16,0.000 1.000-6-16,0.000-1.000 7 0,0.000 0.000-1 0,0.000 0.000 2 15,0.000-1.000-2-15,0.000 0.000 1 0,0.000 1.000 0 0,0.000 0.000 1 16,0.000 0.000-2-16,0.000 0.000 1 0,0.000 0.000 5 0,0.000 0.000-1 31,0.000 0.000 1-31,0.000 0.000-5 0,0.000 0.000 2 0,1.000 0.000-3 16,0.000-1.000 6-16,-1.000 0.000-2 0,0.000 0.000 1 0,0.000 0.000-3 15,0.000 0.000-3-15,0.000 1.000 1 0,0.000 0.000-3 0,0.000 0.000 3 16,0.000 1.000-3-16,0.000-1.000 4 0,0.000 0.000 4 0,0.000 0.000 0 16,0.000 0.000-2-16,0.000 0.000 34 0,1.000 0.000-11 0,-1.000 0.000 19 15,0.000 0.000-8-15,0.000 0.000-14 0,0.000 0.000 3 0,0.000 0.000-8 16,0.000 0.000-8-16,0.000 0.000-7 0,1.000 0.000-2 0,0.000 1.000-1 15,0.000 4.000-3-15,1.000 2.000-5 0,-2.000-7.000 8 0,2.000 8.000-8 16,3.000 2.000 11-16,-3.000-2.000 5 0,3.000 6.000-6 16,-2.000-5.000 6-16,-1.000-2.000 1 0,2.000 2.000 6 0,-1.000 4.000 3 0,-1.000-6.000 0 0,0.000 4.000 2 0,-1.000-4.000 6 15,0.000-3.000-6-15,0.000 1.000 4 0,-1.000-2.000-14 0,1.000 4.000-2 16,0.000-2.000 4-16,-1.000-2.000-3 0,1.000 2.000 0 0,0.000-2.000 0 16,-1.000-1.000-7-16,1.000 0.000 5 15,0.000 2.000 1-15,-1.000-3.000-8 0,0.000-1.000 6 16,2.000 1.000-7-16,-2.000-1.000 12 0,1.000 1.000-20 0,0.000 0.000-6 15,0.000 0.000-12-15,0.000 0.000-78 0,0.000 0.000-196 16,0.000-1.000-136-16</inkml:trace>
  <inkml:trace contextRef="#ctx0" brushRef="#br0">2741.000 11248.000 493 0,'0.000'-1.000'43'0,"0.000"0.000"-3"0,0.000 0.000 25 16,1.000-1.000-7-16,-1.000 0.000-3 0,1.000-1.000-14 0,0.000 1.000 16 16,1.000-3.000-1-16,-1.000-1.000 6 0,1.000-5.000 4 0,-1.000 4.000-25 15,0.000 0.000 4-15,-1.000 4.000-13 0,1.000-4.000-19 0,0.000-2.000-2 0,-1.000 5.000-8 16,0.000-3.000 5-16,0.000 5.000-6 0,0.000-4.000-7 0,0.000 0.000 7 16,0.000 5.000-7-16,0.000-1.000 10 0,-3.000-5.000-2 0,1.000 3.000-3 15,-4.000-5.000 1-15,0.000-1.000 3 0,5.000 8.000 1 0,-6.000-1.000 1 16,4.000 1.000-1-16,-11.000-8.000-2 0,-3.000 4.000-3 0,6.000 4.000 3 0,-15.000 2.000-3 0,15.000 1.000 1 0,-3.000 2.000-1 0,1.000 2.000 1 0,10.000-3.000 1 31,-5.000 0.000 2-31,-2.000 12.000-10 0,0.000-1.000 6 0,-12.000 0.000-6 16,11.000 1.000 10-16,0.000 4.000-6 0,1.000-3.000 1 0,2.000 0.000-1 15,0.000 0.000 16-15,2.000-1.000-1 0,0.000-2.000 0 0,1.000 4.000-2 16,0.000 0.000-6-16,-3.000-2.000 5 0,2.000 3.000-4 0,-4.000 1.000 3 16,3.000 0.000-13-16,0.000 0.000 4 0,0.000 2.000 2 0,0.000-1.000 1 0,2.000 0.000-1 15,-1.000 5.000 6-15,2.000-1.000-4 0,0.000 5.000 7 0,-1.000-3.000 8 16,1.000-4.000-7-16,2.000 4.000 5 0,0.000-4.000-5 0,1.000 6.000 9 0,0.000 3.000-15 15,0.000-5.000 1-15,-12.000-2.000-6 0,6.000-2.000-2 0,3.000-1.000 3 16,2.000 1.000-2-16,0.000 2.000 1 0,2.000-2.000-1 0,0.000 0.000 4 16,2.000 0.000-2-16,-1.000-3.000 3 0,2.000 3.000-10 0,0.000-5.000 9 15,0.000-4.000-2-15,3.000 6.000 5 0,1.000-3.000-7 0,2.000 5.000 3 16,2.000 1.000 2-16,-2.000-4.000 0 0,1.000-3.000 1 0,1.000 1.000-5 16,-8.000 2.000 1-16,10.000-3.000-1 0,4.000 2.000 3 0,2.000-4.000-3 15,1.000-2.000 5-15,6.000 4.000-3 0,-5.000-3.000 10 0,2.000-5.000-6 0,1.000 1.000 4 16,-2.000-1.000-3-16,2.000-1.000 7 0,-2.000-1.000 2 0,1.000-2.000-4 15,-11.000 0.000 4-15,9.000 10.000-10 0,-3.000-5.000 19 0,-2.000-3.000 4 16,5.000-3.000 6-16,-6.000-3.000 11 0,0.000-2.000-17 0,1.000 0.000-4 16,-2.000-1.000-3-16,1.000-2.000-15 0,-4.000 6.000-2 0,6.000-11.000 0 0,2.000 1.000-2 0,0.000 3.000-4 15,0.000 0.000 12-15,-3.000-9.000-5 0,-8.000-5.000 11 16,8.000-1.000 10-16,-2.000-3.000 6 0,2.000 2.000 2 0,4.000 2.000-3 16,-5.000-2.000-14-16,2.000 0.000 5 0,-3.000 1.000 1 0,4.000-1.000 3 15,-8.000-1.000 9-15,2.000 3.000-6 0,-2.000-2.000 1 0,0.000-3.000-2 16,-1.000 3.000 11-16,-2.000 0.000 0 0,-1.000-3.000 1 0,-2.000 3.000-2 15,-1.000-8.000-9-15,-1.000 3.000-9 0,1.000 3.000 2 0,11.000 0.000-5 16,-7.000 3.000-10-16,-5.000 0.000-3 0,-1.000 3.000-4 0,-1.000 1.000 2 0,-1.000 3.000-4 0,-2.000 0.000 0 0,0.000 0.000-4 16,-1.000 1.000 1-16,-3.000 0.000 2 0,-1.000-1.000-3 0,-2.000 2.000 2 15,5.000 0.000-3-15,-19.000-2.000-1 0,5.000 3.000-26 0,-10.000-3.000-2 0,4.000 2.000-10 16,-4.000 1.000-36-16,-10.000-3.000-34 0,5.000 5.000-5 0,-15.000-3.000-13 16,9.000-2.000-52-16,-1.000 2.000-177 0</inkml:trace>
  <inkml:trace contextRef="#ctx0" brushRef="#br0">2796.000 12176.000 721 0,'0.000'0.000'249'0,"0.000"0.000"-326"0,0.000-1.000 301 0,0.000 0.000-163 0,0.000 0.000-23 0,0.000 0.000-17 15,0.000-1.000-6-15,0.000 1.000 1 0,0.000 0.000 10 0,0.000 0.000 1 16,1.000 0.000-6-16,0.000-1.000 1 0,0.000 1.000-24 0,1.000 0.000 11 16,-1.000 0.000-6-16,0.000 0.000 7 0,0.000 0.000-10 0,0.000 0.000 2 15,0.000 1.000 5-15,-1.000 0.000-4 0,0.000 0.000 3 0,0.000 0.000 21 16,0.000 0.000 0-16,1.000 0.000 9 0,-1.000 0.000-2 0,0.000 0.000-10 15,1.000 0.000-5-15,-1.000 0.000-1 0,0.000 0.000-15 0,0.000 0.000-1 16,0.000 0.000 0-16,0.000 0.000 1 0,0.000 0.000 4 0,0.000 0.000-7 16,0.000 1.000 4-16,0.000 0.000-4 0,0.000 0.000 3 15,0.000 0.000 2-15,0.000 0.000-4 0,0.000 2.000 4 0,0.000-1.000 1 0,0.000 4.000 0 16,1.000 2.000-3-16,0.000 3.000 2 0,0.000 2.000 4 0,0.000-1.000-1 16,1.000 5.000-2-16,0.000 0.000-1 0,2.000 2.000-4 0,-1.000 3.000 2 15,0.000 1.000 2-15,1.000 3.000 0 0,0.000 3.000 1 0,1.000-2.000-3 16,-1.000 6.000 1-16,0.000-3.000-2 0,2.000 2.000 5 0,0.000 4.000-10 15,-1.000-10.000 9-15,1.000 2.000-7 0,0.000-5.000 14 0,-2.000-6.000 7 16,0.000 1.000-3-16,1.000-1.000 4 0,0.000 0.000-7 0,0.000 0.000 2 0,-1.000-1.000-3 0,0.000 1.000 3 16,2.000 1.000-1-16,-2.000 0.000-14 0,2.000 4.000 4 0,0.000-3.000-7 15,-1.000 3.000-1-15,2.000 0.000 5 0,-1.000-1.000 0 0,-1.000 4.000 3 0,0.000-2.000-2 16,-1.000-1.000 1-16,1.000 2.000-3 0,0.000-5.000 4 0,-1.000 2.000-3 0,-1.000-5.000 1 16,-1.000-1.000 3-16,0.000-2.000-2 0,-2.000-9.000-5 0,0.000 4.000-27 15,0.000-4.000-9 1,0.000 3.000-8-16,-2.000 2.000-58 0,1.000-4.000-95 0,0.000-2.000-42 0</inkml:trace>
  <inkml:trace contextRef="#ctx0" brushRef="#br0">3021.000 13158.000 1198 0,'1.000'-1.000'3'0,"0.000"0.000"-2"0,0.000 0.000 15 0,0.000-1.000-7 16,-1.000 1.000 7-16,2.000-5.000-15 0,0.000-5.000-2 0,0.000 0.000 6 15,-1.000 5.000-5-15,-1.000-3.000 10 0,0.000 7.000-6 0,1.000-3.000 1 0,0.000 0.000-3 16,1.000-1.000-6-16,0.000-10.000-15 0,-2.000 8.000-12 16,1.000 3.000-1-16,-1.000 3.000-46 0,0.000 1.000 22 0,0.000-2.000 4 0,0.000-1.000 7 15,-1.000-3.000 14-15,1.000 5.000 24 0,-1.000 0.000-9 0,-3.000-4.000 16 16,-1.000 3.000 9-16,-12.000-1.000-9 0,9.000-2.000 10 0,-8.000-3.000-9 16,4.000 4.000 18-16,1.000 2.000 8 0,-4.000-1.000 7 0,8.000 3.000-2 15,0.000 1.000 10-15,0.000 0.000-23 0,0.000 2.000-1 0,2.000 1.000-5 0,-1.000 4.000 0 0,-1.000 7.000 20 16,-2.000-5.000-8-16,-5.000 8.000 11 15,2.000-5.000-11-15,2.000 4.000-13 0,-3.000 2.000 5 0,1.000-1.000-11 0,0.000 4.000-6 0,2.000 1.000 1 16,-4.000-2.000-1-16,8.000 4.000 4 0,-7.000-3.000 6 0,6.000 1.000-7 16,3.000 0.000 5-16,-5.000 0.000-6 0,-5.000 3.000 7 0,7.000 1.000-10 15,4.000 0.000 1-15,2.000-1.000-3 0,1.000-1.000 12 0,0.000 4.000-6 16,2.000 1.000 1-16,2.000-5.000-2 0,3.000 3.000 0 0,-1.000-4.000-8 16,0.000-3.000 6-16,2.000 2.000-7 0,-1.000-2.000 14 0,0.000-3.000-12 15,2.000 0.000 1-15,1.000 1.000-6 0,-7.000-3.000-2 0,11.000 0.000 12 16,2.000-2.000 0-16,2.000-1.000 5 0,1.000 0.000-3 0,1.000-2.000 5 15,5.000 2.000-7-15,-3.000-7.000 6 0,3.000-1.000-4 0,4.000-3.000 6 0,-3.000 12.000 11 16,-5.000-8.000-2-16,5.000-3.000 43 0,2.000-2.000 12 16,-4.000-3.000 0-16,9.000-4.000 5 0,-11.000 0.000 12 0,-3.000-3.000-21 0,0.000-2.000 9 0,-1.000 8.000-15 15,0.000-14.000-14-15,2.000 1.000-25 0,-1.000-2.000-2 16,-1.000-1.000-7-16,0.000 0.000-12 0,1.000-1.000 4 0,-4.000-4.000-6 16,7.000 4.000 6-16,-11.000-3.000 1 0,-5.000-4.000 1 0,6.000 3.000 4 0,1.000-3.000-3 15,-2.000 2.000 8-15,0.000 3.000 28 0,-4.000-4.000-7 0,1.000 1.000 13 16,-8.000-1.000-22-16,-5.000 0.000-15 0,-3.000 0.000-2 0,-5.000 2.000-4 15,0.000 1.000-5-15,11.000-2.000-5 0,-10.000 4.000 1 0,-5.000-1.000-4 0,0.000-1.000-8 0,-1.000-1.000-12 16,0.000 0.000-1-16,-3.000-3.000-7 16,2.000 1.000-27-16,-3.000 3.000-37 0,-1.000 0.000-15 0,1.000 0.000-9 0,-11.000 1.000-94 15,-5.000 1.000-241-15</inkml:trace>
  <inkml:trace contextRef="#ctx0" brushRef="#br0">3164.000 13121.000 885 0,'0.000'0.000'6'0,"0.000"0.000"2"0,0.000-1.000 10 16,0.000 0.000-10-16,0.000-1.000 7 0,0.000 0.000-19 0,0.000 0.000 3 15,0.000 0.000 1-15,0.000 0.000 1 0,0.000-1.000 3 0,0.000 2.000-21 0,0.000 0.000-2 16,0.000 0.000-8-16,0.000 0.000-3 0,0.000 0.000 27 0,0.000 0.000-5 15,-1.000 1.000 10-15,-1.000 0.000-5 0,0.000 0.000 33 0,0.000 1.000-5 16,1.000 0.000 17-16,0.000 0.000 9 0,0.000 0.000 15 0,-1.000 0.000 4 0,-1.000 0.000 1 16,-4.000 3.000 3-16,2.000-1.000-27 0,-2.000 1.000-3 0,-2.000 0.000-9 15,2.000-1.000-22-15,5.000 0.000-1 0,-5.000 1.000-5 0,5.000-2.000 3 16,0.000 0.000-10-16,1.000 1.000 0 0,-4.000 6.000 1 0,-2.000-3.000-1 16,3.000 0.000-1-16,0.000 1.000-3 0,1.000-1.000 1 0,1.000-1.000-1 15,0.000 3.000 5-15,-1.000-4.000 5 0,1.000 0.000-1 0,1.000 0.000 1 0,0.000 1.000 3 16,0.000-1.000-5-16,0.000-1.000-4 0,1.000-1.000 0 0,0.000 1.000 0 15,0.000 2.000-2-15,0.000-2.000 4 0,-1.000 0.000-2 0,0.000 0.000 5 0,0.000-1.000-4 0,0.000 1.000 2 16,1.000-2.000-3-16,0.000 1.000-2 0,-1.000 0.000 17 0,0.000 0.000 3 16,0.000 0.000 6-16,0.000 0.000 7 0,1.000 0.000-5 0,0.000-1.000-2 15,-1.000 0.000 0-15,1.000 0.000-2 0,-2.000 0.000-14 0,2.000 0.000 6 16,0.000 0.000-10-16,-1.000 1.000-3 0,0.000-1.000 3 0,1.000 0.000-4 0,0.000 0.000 2 16,0.000 0.000-10-16,1.000 0.000 8 0,0.000 0.000-12 0,1.000 1.000 11 15,-1.000 0.000-6-15,0.000 0.000 7 0,0.000 0.000 7 0,0.000 0.000-3 16,0.000 1.000-4-16,1.000-1.000 0 0,0.000 0.000 0 0,0.000 0.000 0 15,-2.000-1.000 2-15,1.000 2.000 1 0,-1.000-2.000-3 0,2.000 2.000 2 16,-2.000-2.000-2-16,4.000 5.000 0 0,1.000 0.000 0 0,-3.000-2.000 0 0,3.000 4.000-2 16,-3.000-5.000 5-16,3.000 3.000-2 0,-2.000 5.000 3 0,0.000-3.000-12 15,2.000 5.000 10-15,1.000-1.000-6 16,4.000-4.000 8-16,-6.000 5.000-1 0,3.000-5.000 0 0,-2.000 3.000 5 16,-5.000 2.000-2-16,0.000-5.000 12 0,0.000-1.000 9 0,1.000 2.000 3 0,1.000-4.000 2 15,0.000 0.000 0-15,3.000 5.000-13 0,-4.000-7.000-5 16,2.000 2.000-2-16,-2.000-1.000-5 0,0.000-2.000-13 0,2.000 4.000 9 0,-3.000-5.000-8 15,3.000 6.000 14-15,-1.000-3.000-4 0,0.000 0.000-2 0,1.000 4.000 0 16,-3.000-5.000-6-16,0.000 0.000 3 0,0.000-1.000 3 0,0.000 0.000 0 16,0.000 4.000-3-16,0.000-4.000-1 0,0.000 1.000-7 0,1.000-1.000 6 15,-1.000 0.000-2-15,1.000 0.000-45 0,-1.000-1.000-6 0,0.000 0.000-20 0,0.000 0.000-81 0,0.000 0.000-73 16,0.000 0.000-39-16</inkml:trace>
  <inkml:trace contextRef="#ctx0" brushRef="#br0">2887.000 13233.000 1034 0,'0.000'0.000'220'0,"0.000"0.000"-294"0,-1.000-1.000 251 0,0.000 0.000-139 16,0.000-1.000-37-16,0.000 0.000-7 0,0.000 0.000 6 0,0.000 0.000-7 15,0.000 0.000 4-15,0.000 0.000 4 0,0.000-1.000-1 0,0.000 1.000 0 0,0.000 0.000-16 0,0.000 0.000 6 16,0.000 0.000-1-16,1.000 0.000 4 0,0.000 0.000 3 0,0.000 0.000-1 0,0.000 1.000 4 15,0.000-2.000-1-15,0.000 2.000 1 0,0.000 0.000 5 0,0.000-1.000-8 16,0.000 0.000 8-16,0.000 0.000-1 0,0.000 0.000-5 0,0.000 0.000 7 16,0.000 1.000-5-16,0.000 0.000 9 0,0.000 0.000 0 0,0.000 0.000-7 15,0.000-1.000 3-15,0.000 1.000-9 0,0.000 0.000 4 0,0.000 0.000 0 0,0.000 0.000 2 16,0.000 0.000-1-16,1.000 0.000 5 0,0.000 1.000 4 0,0.000 0.000 0 16,0.000 0.000 9-16,0.000 0.000 8 0,0.000 0.000-2 0,0.000 0.000 2 15,0.000 1.000-3-15,0.000 0.000-7 0,0.000 0.000 4 0,1.000-1.000-4 16,0.000 1.000 4-16,-1.000-1.000 6 0,1.000 0.000-6 0,0.000 1.000 4 15,0.000 0.000-13-15,0.000 1.000-7 0,0.000-1.000 3 0,3.000 1.000-3 0,0.000 0.000 4 16,-1.000 0.000-9-16,2.000 1.000-3 0,9.000 3.000-2 0,-6.000-1.000 5 16,-4.000-3.000-4-16,-2.000-1.000 7 0,3.000 2.000-7 0,-4.000-2.000 10 0,5.000 3.000-4 15,-1.000 2.000-2-15,1.000-5.000 0 0,4.000 5.000 4 0,-3.000 1.000-7 16,4.000 0.000 5-16,-9.000 0.000-6 0,0.000 0.000 4 0,2.000 1.000 0 16,-2.000-1.000 3-16,0.000-1.000 0 0,2.000 0.000 3 0,-1.000-3.000-3 15,5.000 4.000-3-15,-2.000-4.000 1 0,-2.000 2.000-8 0,2.000-2.000 3 16,-2.000 0.000 0-16,-1.000 4.000 2 0,-2.000-3.000 0 0,-2.000-3.000-16 0,1.000 1.000-1 15,5.000 2.000-7-15,-4.000-3.000-35 0,0.000 1.000-46 0,0.000-1.000-4 16,-1.000 0.000-15-16,1.000 0.000-44 0,-1.000-1.000-147 16</inkml:trace>
  <inkml:trace contextRef="#ctx0" brushRef="#br0">3295.000 13382.000 1014 0,'0.000'0.000'472'0,"0.000"0.000"-640"0,0.000-1.000 581 0,-1.000-1.000-347 16,0.000 1.000-41-16,0.000 0.000-17 0,0.000 0.000-5 0,0.000 0.000-3 16,-1.000 0.000-6-16,1.000 0.000 7 0,0.000 1.000 2 0,0.000 0.000 2 15,0.000 0.000-6-15,0.000 0.000-6 0,0.000 0.000-2 0,0.000 1.000-1 16,1.000 0.000-2-16,0.000 0.000 9 0,0.000 1.000-3 0,0.000 1.000 6 15,1.000 3.000 5-15,0.000 3.000-5 0,2.000 8.000 1 0,2.000 1.000-3 16,-2.000-5.000-1-16,1.000 1.000 2 0,-1.000-3.000 0 0,0.000 0.000 1 16,2.000 3.000 9-16,0.000 1.000-8 0,-1.000-4.000-2 0,-1.000-1.000-4 0,3.000 1.000-19 15,-3.000-3.000-57-15,0.000-1.000-24 0,-1.000 0.000-26 0,-1.000-4.000-224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147480000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0-28T18:31:30"/>
    </inkml:context>
    <inkml:context xml:id="ctx1">
      <inkml:inkSource xml:id="inkSrc0">
        <inkml:traceFormat>
          <inkml:channel name="X" type="integer" max="1920" units="cm"/>
          <inkml:channel name="Y" type="integer" max="1200" units="cm"/>
          <inkml:channel name="T" type="integer" max="2147480000" units="dev"/>
        </inkml:traceFormat>
        <inkml:channelProperties>
          <inkml:channelProperty channel="X" name="resolution" value="66.66666" units="1/cm"/>
          <inkml:channelProperty channel="Y" name="resolution" value="66.66666" units="1/cm"/>
          <inkml:channelProperty channel="T" name="resolution" value="1" units="1/dev"/>
        </inkml:channelProperties>
      </inkml:inkSource>
      <inkml:timestamp xml:id="ts0" timeString="2021-03-10T20:05:58"/>
    </inkml:context>
    <inkml:brush xml:id="br0">
      <inkml:brushProperty name="width" value="0.05292" units="cm"/>
      <inkml:brushProperty name="height" value="0.05292" units="cm"/>
      <inkml:brushProperty name="color" value="#000000"/>
    </inkml:brush>
    <inkml:brush xml:id="br1">
      <inkml:brushProperty name="width" value="0.1" units="cm"/>
      <inkml:brushProperty name="height" value="0.1" units="cm"/>
      <inkml:brushProperty name="color" value="#000000"/>
      <inkml:brushProperty name="fitToCurve" value="1"/>
    </inkml:brush>
  </inkml:definitions>
  <inkml:trace contextRef="#ctx0" brushRef="#br0">-478.000 15890.000 256 0,'0.000'0.000'219'0,"0.000"-1.000"-100"0,0.000 0.000 56 15,0.000 0.000 1-15,0.000 0.000-165 0,0.000 0.000-9 0,0.000-2.000 55 16,0.000 1.000-13-16,0.000 0.000 26 0,0.000 1.000-18 0,0.000-4.000 1 16,0.000 1.000-3-16,0.000-2.000 2 0,1.000 0.000-3 0,-1.000 2.000-17 15,2.000 0.000 0-15,-1.000-2.000-9 0,0.000 1.000-11 0,-1.000 1.000-15 16,0.000-1.000 3-16,0.000 0.000-8 0,0.000 2.000 2 0,0.000-2.000 6 16,0.000 2.000 0-16,-1.000-2.000 3 0,1.000 3.000 5 0,-1.000 0.000-8 15,-1.000 0.000 6-15,-2.000 0.000-6 0,-8.000-2.000 0 0,0.000 2.000 24 16,3.000-1.000-2-16,-7.000-1.000 11 0,1.000 0.000 12 0,0.000 0.000-6 15,-2.000-1.000-4-15,8.000 3.000-3 0,-1.000 0.000-21 0,-1.000 1.000-4 0,3.000 0.000-1 0,-7.000 0.000-3 0,7.000-5.000-12 0,-3.000 0.000 7 16,-1.000 2.000-5-16,8.000 3.000 6 0,-3.000 0.000-3 0,-2.000 1.000 3 16,0.000 0.000-1-16,-1.000 0.000 2 0,-4.000 0.000 0 0,1.000 2.000 7 15,1.000-1.000-1-15,-3.000 1.000 2 0,-1.000 2.000-17 0,4.000-2.000 9 16,-4.000 1.000 0-16,1.000 0.000 5 0,0.000 0.000 1 0,-3.000 0.000-4 0,1.000 2.000 1 16,-2.000-1.000-2-16,1.000 1.000-3 0,-4.000 1.000 4 0,2.000 0.000-3 15,7.000-2.000 4-15,-8.000 2.000 2 0,9.000-3.000 5 0,-1.000 1.000-2 16,-2.000 0.000 3-16,9.000-3.000-9 0,-3.000 2.000-2 15,-1.000 0.000-2-15,-2.000 2.000-1 0,0.000-1.000 1 0,3.000 0.000-2 16,-2.000 1.000 3-16,2.000 1.000-2 0,0.000 0.000-1 16,-1.000-4.000 2-16,-1.000 9.000-2 0,-2.000 0.000 4 0,1.000 1.000 1 15,1.000-3.000-1-15,4.000 6.000 6 0,1.000-1.000-4 0,2.000-1.000 8 16,0.000 2.000-3-16,-1.000-5.000-3 0,2.000 4.000 2 16,1.000 3.000 3-16,0.000-6.000-7 0,-9.000 7.000 4 0,5.000-2.000-5 15,2.000 0.000 3-15,1.000 3.000 2 0,2.000-5.000-4 0,1.000 2.000 2 0,0.000-2.000-6 16,1.000-1.000 6-16,1.000 2.000 0 0,0.000-3.000 2 0,2.000-2.000 0 15,1.000 2.000 4-15,2.000-1.000-4 0,0.000-1.000 3 0,1.000 1.000-9 16,5.000-1.000 3-16,-1.000 1.000 0 0,5.000 0.000 2 0,-5.000-2.000-5 16,-3.000-1.000 2-16,2.000-1.000 3 0,-3.000-1.000 1 0,4.000 0.000 2 0,-2.000-3.000-5 15,1.000 0.000 0-15,-4.000-1.000 2 0,-2.000 1.000 14 0,0.000 0.000 17 0,-2.000-2.000-2 0,-1.000 1.000 5 0,-1.000-2.000-10 16,7.000 0.000-1-16,-2.000 0.000-1 0,11.000-3.000 0 0,-11.000 2.000-3 16,-4.000 0.000-4-16,2.000-1.000 3 0,-2.000 0.000-3 0,0.000-3.000 3 0,4.000-5.000-5 15,0.000 1.000 2-15,-1.000-3.000 0 0,-1.000-1.000 17 0,1.000 3.000 6 16,-1.000-4.000-2-16,1.000 0.000 0 0,-3.000-2.000-22 0,-1.000 3.000-11 15,7.000 0.000-3-15,0.000-5.000-1 0,-4.000 2.000 1 0,-3.000 1.000-12 16,-1.000 3.000 2-16,-1.000 4.000-8 0,-1.000 3.000-4 0,-2.000-4.000-25 16,-1.000 3.000-4-16,-9.000 0.000-10 0,-2.000-3.000-44 0,-8.000 5.000-58 15,-3.000-2.000-41-15,3.000-7.000-22 0,-13.000 8.000-297 0</inkml:trace>
  <inkml:trace contextRef="#ctx0" brushRef="#br0">-88.000 15463.000 507 0,'-1.000'0.000'0'0,"0.000"-1.000"144"0,0.000 0.000 11 0,0.000 0.000 0 16,1.000 0.000-1-16,-5.000-8.000-148 0,1.000-1.000-12 0,0.000-1.000 17 15,2.000 2.000-7-15,1.000-1.000 12 0,0.000 0.000-5 0,1.000 0.000-1 0,0.000 1.000 2 16,0.000 1.000-2-16,0.000 1.000-7 0,0.000 0.000 12 0,0.000 1.000 7 16,0.000 1.000 3-16,0.000 0.000 18 0,0.000 4.000-18 0,0.000-1.000-2 15,0.000-1.000-5-15,0.000 1.000-6 0,0.000 0.000-7 0,0.000 0.000 6 0,0.000 1.000-7 16,0.000 0.000 2-16,1.000 0.000-3 0,-1.000 0.000-3 0,1.000 1.000 3 15,-1.000 0.000-1-15,0.000 0.000 5 0,-1.000 1.000-7 0,0.000 1.000 3 16,-1.000 5.000-9-16,-6.000 9.000 7 0,0.000 3.000 0 0,5.000 4.000 5 16,-5.000-1.000 3-16,-1.000 5.000-5 15,-5.000 4.000 5-15,5.000 2.000-5 0,4.000 3.000 4 0,-2.000 2.000-10 16,6.000-2.000 2-16,-4.000-2.000-5 0,0.000-4.000 9 0,2.000-4.000 8 0,1.000-2.000 4 0,-10.000-2.000 3 16,5.000 1.000 29-16,4.000-3.000-14 0,3.000 1.000-4 0,3.000 3.000-5 15,2.000-2.000-23-15,1.000 6.000 3 0,0.000 1.000-2 0,-2.000-2.000 1 16,2.000 7.000-10-16,3.000-2.000 13 0,-2.000-3.000 7 0,4.000-1.000 5 15,0.000-4.000 28-15,-1.000-3.000-3 0,-9.000 3.000-4 0,11.000-7.000-1 16,1.000-3.000-22-16,3.000 2.000-12 16,-2.000-3.000 2-16,-1.000 1.000-4 0,0.000-1.000 8 0,-1.000 0.000-8 15,-2.000-2.000 0-15,-1.000-3.000-3 0,1.000 1.000 0 0,-3.000-2.000-3 0,1.000-2.000-9 16,-2.000 3.000-1-16,-2.000-3.000-52 0,1.000-1.000-94 0,1.000 2.000-30 16,-2.000-4.000-40-16,0.000 0.000-288 0</inkml:trace>
  <inkml:trace contextRef="#ctx0" brushRef="#br0">239.000 15704.000 994 0,'0.000'0.000'37'0,"0.000"-1.000"1"0,0.000-1.000-16 16,0.000 1.000-7-16,0.000 0.000-13 0,0.000 0.000-9 0,0.000 0.000-1 16,1.000 0.000 8-16,0.000 0.000-1 0,0.000-1.000 44 0,0.000 0.000 7 15,1.000-1.000 2-15,3.000-4.000-2 0,5.000-1.000-20 0,-2.000-1.000 24 16,0.000 1.000-8-16,-2.000-2.000 14 0,-1.000 4.000 0 16,-1.000 0.000-3-16,-1.000 0.000-2 0,0.000 1.000-2 0,0.000 0.000-10 15,-1.000 1.000-10-15,-2.000 3.000 2 0,3.000-3.000-5 0,0.000-1.000-6 16,-3.000 4.000-12-16,1.000-1.000-3 0,0.000 0.000-3 0,0.000 1.000-17 0,0.000 0.000 2 15,0.000 0.000 3-15,0.000 1.000-1 0,1.000 0.000 5 0,0.000 0.000 0 16,1.000 1.000-2-16,4.000 2.000 3 0,-2.000 0.000-2 0,4.000 11.000 3 16,-1.000 4.000 2-16,1.000 0.000 1 0,2.000-1.000-1 0,0.000 0.000-5 15,0.000 1.000-1-15,-1.000-1.000 1 0,0.000 0.000 13 0,0.000-2.000-8 0,1.000 1.000 0 16,0.000-1.000-2-16,1.000 1.000-4 0,-2.000-1.000 8 0,2.000-1.000-2 16,-2.000-1.000 4-16,1.000 1.000-5 0,3.000-1.000-1 0,1.000-2.000 1 15,0.000 1.000-1-15,-3.000 1.000 0 0,0.000-1.000 3 0,2.000 5.000-1 16,2.000-2.000 2-16,3.000-2.000 0 0,0.000 1.000 2 0,-1.000-3.000-3 0,-2.000-1.000 1 15,1.000-1.000-7-15,-1.000-1.000 1 16,0.000-4.000 1-16,-4.000 4.000 0 0,-2.000-2.000-7 0,-5.000-2.000-18 16,0.000 0.000-10-16,-4.000-3.000-6 0,4.000 6.000-47 0,-1.000-6.000-61 15,-4.000 0.000-2-15,0.000 0.000-27 0,2.000 1.000-75 0</inkml:trace>
  <inkml:trace contextRef="#ctx0" brushRef="#br0">704.000 15585.000 1322 0,'1.000'-1.000'46'15,"0.000"0.000"-43"-15,1.000 0.000 46 0,-1.000 0.000-19 0,0.000-1.000-28 16,1.000 0.000-5-16,2.000-1.000 4 0,9.000-2.000-2 0,-10.000-1.000 21 0,1.000-1.000 6 16,-3.000 4.000-2-16,2.000 0.000 1 0,-2.000 1.000-20 0,0.000 1.000 5 15,0.000-3.000-1-15,3.000 1.000 4 0,-2.000 0.000 18 0,0.000 1.000-5 16,-1.000 0.000 1-16,0.000 0.000-4 0,0.000 1.000-17 0,0.000 0.000-12 15,0.000 0.000-1-15,-1.000 0.000-3 0,0.000 1.000 8 0,0.000 0.000-2 16,-1.000 1.000 3-16,1.000 0.000-2 0,-10.000 16.000 3 0,9.000-1.000-3 16,-11.000 7.000-1-16,-10.000 2.000-1 0,6.000 2.000 3 0,-7.000 2.000 3 15,-3.000-3.000-2-15,6.000 0.000 1 0,-4.000 1.000 0 0,5.000 1.000 3 0,1.000 0.000 1 16,0.000-3.000-2-16,1.000 1.000-6 0,1.000-2.000 18 0,2.000 0.000-9 0,-1.000 1.000 13 16,2.000-5.000-9-16,1.000 4.000-9 0,0.000-4.000 8 0,1.000-3.000-9 0,1.000 4.000 1 0,-1.000-6.000 3 15,0.000 4.000-2-15,2.000-4.000 3 0,-1.000 1.000-8 0,3.000-8.000 0 16,1.000 0.000-12-16,4.000-2.000 6 0,1.000-5.000-37 0,-3.000 5.000-51 15,3.000-4.000-3-15,-3.000 1.000-21 0,0.000-1.000-66 0,2.000-1.000-50 0,1.000-1.000-18 16</inkml:trace>
  <inkml:trace contextRef="#ctx0" brushRef="#br0">1069.000 15915.000 1873 0,'0.000'0.000'48'16,"0.000"0.000"1"-16,0.000 0.000-30 0,0.000 0.000-1 0,0.000-1.000-25 15,0.000 0.000-5-15,0.000 1.000 7 0,0.000 0.000-4 0,0.000 0.000 4 16,0.000 0.000 3 0,0.000 0.000-3-16,0.000 0.000 0 0,0.000 1.000-1 0,0.000 0.000-3 15,1.000 1.000 7-15,0.000 2.000 2 0,1.000 5.000 0 16,0.000 2.000 0-16,-1.000-2.000-3 0,0.000 2.000 1 0,-1.000-2.000-2 0,0.000 1.000 4 0,0.000 1.000-5 0,0.000-1.000 0 0,3.000 2.000-2 16,0.000 1.000-13-16,0.000-1.000-67 0,-1.000 1.000-20 0,-2.000 2.000-20 0,0.000-3.000-114 15,1.000 0.000-216-15</inkml:trace>
  <inkml:trace contextRef="#ctx0" brushRef="#br0">1436.000 16062.000 1642 0,'0.000'0.000'28'0,"0.000"0.000"6"0,0.000 0.000-27 16,0.000 0.000-6-16,0.000 0.000-12 0,-1.000 0.000-11 0,0.000 1.000 10 15,0.000 2.000-8-15,-8.000 12.000 10 0,0.000 10.000-3 0,-2.000-2.000-14 16,2.000-3.000-21-16,-4.000 2.000-2 0,9.000 0.000-96 0,-14.000 3.000-20 0,-5.000 0.000-12 16,-4.000 2.000-15-16,-2.000 0.000-166 0</inkml:trace>
  <inkml:trace contextRef="#ctx0" brushRef="#br0">1529.000 15435.000 256 0,'1.000'0.000'-46'15,"-1.000"0.000"25"-15,0.000 0.000-8 0,0.000 0.000 3 0,0.000 0.000 53 16,1.000 0.000 8-16,-1.000 0.000 22 0,0.000 0.000 10 0,0.000 0.000-3 16,0.000 0.000 27-16,0.000-1.000 18 0,0.000 0.000 2 0,0.000 0.000 5 0,-1.000 1.000 8 0,0.000 0.000-20 15,0.000 0.000 0-15,-1.000 0.000-11 0,0.000-1.000-27 0,0.000 1.000-18 16,1.000 0.000-4-16,0.000 0.000-5 0,-1.000 0.000-27 0,1.000 0.000-13 16,0.000 0.000 0-16,0.000 0.000-5 0,0.000 0.000 0 0,0.000 0.000 2 0,1.000 0.000 4 15,0.000 0.000 1-15,0.000 0.000 7 0,0.000 0.000-4 0,0.000 0.000 3 16,0.000 0.000 0-16,0.000 0.000 23 0,0.000 0.000 8 0,0.000 0.000-2 15,0.000 0.000 4-15,1.000 1.000-12 0,0.000 0.000-13 0,0.000 0.000-1 16,0.000 0.000-3-16,0.000 0.000-4 0,1.000 0.000-6 0,-1.000 0.000 6 0,0.000 0.000-6 16,1.000 1.000 2-16,0.000 0.000 2 0,3.000 5.000-6 0,10.000 2.000 3 15,-7.000 0.000-1-15,4.000 0.000 3 0,-2.000 0.000 4 0,-2.000 2.000-2 16,-6.000 1.000 5-16,8.000 3.000-4 0,-2.000 1.000 3 0,5.000-8.000-2 16,-7.000 5.000-5-16,3.000 2.000 1 0,0.000-1.000-4 0,2.000 6.000 4 0,-2.000-5.000 3 15,-2.000-6.000-5-15,0.000 3.000 1 0,2.000-2.000-3 16,0.000 1.000 3-16,0.000 1.000-8 0,-2.000-4.000 5 0,-1.000 1.000-5 15,1.000-2.000 10-15,-2.000-1.000-1 0,0.000-2.000-3 0,-2.000-1.000 1 16,2.000 0.000-5-16,-2.000 0.000 7 0,-1.000-1.000 2 0,1.000 0.000 2 16,-2.000 0.000-8-16,0.000-1.000 4 0,0.000 0.000-8 0,-1.000 0.000 4 15,1.000 0.000-12-15,-1.000 0.000-33 0,0.000 0.000-5 0,2.000 0.000-13 16,1.000 1.000-53-16,-1.000 1.000-68 0,0.000-1.000-30 16</inkml:trace>
  <inkml:trace contextRef="#ctx0" brushRef="#br0">1866.000 15420.000 226 0,'0.000'0.000'0'0,"0.000"0.000"74"15,0.000 0.000 8-15,0.000 0.000-4 0,0.000 0.000-5 0,0.000 0.000-80 16,0.000 0.000-12-16,0.000 0.000 16 0,0.000 0.000-3 0,1.000 0.000 8 16,0.000 0.000 4-16,0.000 0.000 15 0,0.000 0.000 9 0,0.000 0.000 2 15,0.000 0.000 39-15,0.000 0.000-1 0,0.000 0.000-4 0,0.000 0.000-2 16,0.000 0.000-39-16,0.000 0.000-11 0,0.000 0.000-2 0,0.000 0.000-1 16,0.000 0.000-4-16,0.000 0.000 5 0,1.000 1.000-7 0,-1.000 0.000 7 15,-1.000 0.000 16-15,0.000 0.000 5 0,0.000 0.000 6 0,0.000 0.000-2 0,0.000 0.000 12 16,0.000 0.000-16-16,0.000 0.000 3 15,-1.000 1.000-10-15,-1.000-1.000-14 0,1.000 0.000-1 0,0.000 0.000 1 16,0.000 1.000 2-16,0.000 0.000 18 0,1.000-1.000-17 0,-4.000 6.000 7 16,-1.000 2.000-11-16,0.000-2.000-3 0,0.000 3.000-4 0,1.000-2.000-1 15,1.000-1.000-1-15,-1.000 1.000-2 0,0.000 0.000 7 0,0.000 0.000-6 0,-1.000 4.000 8 16,3.000-7.000 1-16,-1.000 1.000-4 0,-1.000 2.000 2 16,2.000-4.000-4-16,0.000 1.000 2 0,0.000 0.000-2 0,1.000-2.000-1 0,0.000-1.000-1 15,0.000 0.000-7-15,1.000-1.000 11 0,0.000 0.000-4 0,-3.000 3.000 6 0,-1.000 0.000-7 0,4.000-3.000 7 16,-2.000 6.000-5-16,1.000-3.000 5 15,-1.000-2.000-5-15,-1.000 2.000-2 0,1.000 0.000 1 0,1.000-2.000-2 0,-2.000 2.000 9 0,-2.000 4.000 1 16,5.000-7.000 2-16,-3.000 9.000-2 0,2.000-6.000 1 0,1.000-1.000-4 16,0.000 3.000 2-16,0.000-4.000-3 0,0.000 4.000 8 0,0.000-3.000-2 15,0.000 1.000 1-15,0.000-1.000-1 16,0.000-1.000 4-16,0.000 3.000-12 0,0.000-2.000 6 0,0.000 0.000-8 0,0.000 2.000 9 16,0.000-2.000-11-16,0.000 3.000 4 0,0.000-3.000-5 0,0.000-2.000 2 15,0.000 3.000 2-15,0.000-2.000-3 0,0.000 0.000 2 0,0.000-1.000-2 16,0.000 2.000 6-16,0.000 1.000 0 0,0.000 1.000 1 0,-1.000 0.000-9 15,0.000 2.000 7-15,0.000 1.000-4 0,0.000 0.000 7 0,0.000 1.000 6 0,0.000-1.000 7 16,0.000 1.000 1-16,0.000-1.000 0 0,1.000-1.000-8 0,0.000 2.000 12 16,0.000-1.000-4-16,0.000 1.000 5 0,0.000-1.000-18 0,1.000 0.000-1 15,0.000-1.000-6-15,0.000 0.000 4 0,0.000 1.000-4 0,0.000-2.000 7 16,0.000 1.000-1-16,0.000 0.000 2 0,-1.000-2.000 1 0,0.000 2.000-9 0,0.000 0.000 4 0,0.000-1.000-5 16,1.000 3.000 4-16,-1.000-4.000 6 15,0.000 0.000-5-15,0.000 1.000 6 0,0.000-3.000-1 0,1.000 3.000-3 16,0.000 1.000 4-16,0.000-2.000-3 0,-1.000-1.000 4 0,1.000 1.000-5 15,-1.000 0.000-1-15,0.000-3.000-2 0,2.000 2.000-5 0,-1.000-2.000 0 0,-1.000 0.000 3 0,0.000 0.000-2 16,0.000-1.000-1-16,0.000 0.000 0 0,0.000 1.000-6 0,0.000-1.000 2 16,0.000 0.000-31-16,0.000 0.000-56 0,0.000 0.000-8 0,0.000 0.000-21 15,0.000-1.000-85-15,0.000 0.000-85 0,0.000-1.000-53 0</inkml:trace>
  <inkml:trace contextRef="#ctx0" brushRef="#br0">2055.000 15902.000 355 0,'0.000'0.000'78'15,"0.000"0.000"113"-15,0.000 0.000-118 0,-1.000 0.000-8 0,1.000 0.000-13 16,0.000 0.000 8-16,0.000 0.000-6 0,0.000 0.000-6 0,-1.000 0.000 0 0,0.000 1.000-2 16,0.000 0.000 3-16,0.000 0.000 10 0,0.000 0.000 10 15,0.000 0.000-3-15,0.000 0.000 19 0,0.000 0.000-2 0,-1.000 0.000-3 0,1.000 0.000-1 16,0.000 0.000-32-16,0.000 0.000-17 0,1.000 0.000-2 0,-1.000 0.000-3 16,0.000 0.000-4-16,0.000 0.000-19 0,0.000 0.000 0 0,0.000 1.000-5 15,0.000-1.000 1-15,0.000 0.000 3 0,0.000 0.000 2 0,0.000 0.000-1 0,0.000 1.000-6 16,0.000 4.000 8-16,1.000 8.000-6 15,0.000 0.000 7-15,2.000 5.000-3 0,1.000-4.000-4 0,0.000 0.000 6 0,5.000 7.000-6 16,-2.000-3.000 9-16,2.000 4.000-3 0,1.000-3.000-4 0,-5.000-6.000 3 16,-1.000-3.000 4-16,0.000-1.000-9 0,2.000-2.000 8 0,0.000 2.000-9 15,-1.000-4.000 6-15,0.000 2.000-11 0,0.000-3.000-27 0,-1.000 0.000-1 16,0.000 1.000-142-16,-1.000-3.000-221 0</inkml:trace>
  <inkml:trace contextRef="#ctx0" brushRef="#br0">2155.000 15241.000 962 0,'0.000'0.000'48'0,"0.000"0.000"87"15,0.000-1.000-107-15,0.000 1.000-22 0,0.000 0.000 1 0,0.000 0.000-6 0,0.000 0.000 1 16,0.000 0.000 1-16,0.000 0.000 1 0,0.000 0.000 1 0,0.000 0.000 6 15,0.000 1.000-3-15,0.000 0.000 7 0,0.000 0.000-4 0,1.000 0.000 6 0,0.000 0.000-9 16,1.000 0.000-3-16,7.000 4.000 1 0,5.000 2.000-1 0,0.000-1.000 2 16,0.000 1.000 3-16,-1.000-1.000 0 0,2.000 2.000 21 0,1.000 0.000-11 15,-1.000 1.000 0-15,-1.000-5.000-8 0,0.000 9.000-12 0,0.000 1.000 8 16,2.000 1.000-5-16,-5.000 1.000 7 0,0.000 1.000-6 0,1.000-1.000-1 0,-3.000 1.000 1 16,9.000 1.000-3-16,-7.000 1.000 1 0,-1.000 2.000-5 0,-4.000 0.000 3 0,-3.000 4.000-6 0,2.000-2.000 8 0,1.000 3.000-1 15,0.000-1.000 4-15,-1.000 0.000-3 0,-1.000 0.000 4 16,4.000-4.000 3-1,-5.000-2.000-6-15,0.000-2.000 5 0,3.000 1.000-7 0,-5.000 1.000 2 0,0.000 2.000 1 0,1.000 0.000 0 16,-1.000-2.000 1-16,9.000 1.000-6 0,-3.000 0.000 1 16,-6.000-2.000-2-16,-2.000 3.000 10 0,-2.000 1.000 36 0,-3.000 2.000-12 15,4.000 2.000 16-15,-2.000-3.000-34 0,-1.000 8.000-13 0,-3.000-3.000 1 16,2.000-1.000-3-16,-4.000 0.000 2 0,-8.000-9.000-7 0,5.000 1.000 1 0,6.000-6.000-9 16,-6.000 3.000-31-16,0.000-4.000-29 0,-1.000-3.000-9 0,-2.000 0.000-9 15,1.000-3.000-62-15,-1.000 1.000-271 0</inkml:trace>
  <inkml:trace contextRef="#ctx0" brushRef="#br0">3102.000 15908.000 54 0,'0.000'0.000'0'16,"0.000"-1.000"5"-16,0.000 0.000 46 0,0.000 0.000 2 0,-1.000 0.000 17 15,0.000 0.000 3-15,0.000 0.000 21 0,-1.000-1.000-1 0,1.000 1.000 0 0,0.000-1.000-7 16,0.000 0.000-24-16,0.000 0.000 3 0,0.000 0.000 7 0,0.000 0.000-3 16,0.000 1.000-2-16,0.000 0.000-15 0,0.000 0.000-10 0,0.000 0.000 3 15,0.000 0.000-9-15,0.000-1.000 0 0,0.000 1.000-4 0,0.000 0.000 2 16,0.000 0.000-10-16,1.000 0.000-1 0,0.000 0.000 0 0,0.000 0.000-1 16,0.000 0.000-10-16,1.000 1.000-9 0,0.000 0.000 3 0,0.000 0.000-5 15,1.000 0.000 6-15,-1.000 0.000-6 0,8.000 3.000-1 0,1.000 3.000 0 16,2.000 1.000-1-16,-1.000-6.000-4 0,3.000 9.000 5 0,0.000 1.000-4 0,1.000 2.000 4 0,-2.000 1.000 0 15,5.000 3.000 0-15,-2.000-2.000 1 0,-1.000-3.000 3 16,3.000 1.000 6-16,-6.000-5.000 4 0,6.000 4.000 1 0,-3.000 1.000 1 0,-2.000 2.000-1 16,2.000-2.000-6-16,-12.000-9.000 3 0,9.000 7.000-12 0,1.000-2.000 10 15,0.000 3.000-3-15,2.000 1.000 6 0,-1.000-4.000-3 0,-3.000-2.000-6 16,-2.000-5.000 3-16,5.000 3.000-6 0,-7.000-3.000 4 0,-3.000 0.000-5 16,1.000-1.000 0-16,-2.000 2.000-1 0,-2.000-3.000 6 0,0.000 0.000-3 15,0.000 0.000 4-15,1.000 2.000-5 0,0.000-1.000 6 0,0.000 0.000-7 16,-1.000 0.000 3-16,0.000 0.000-3 0,1.000 0.000-1 0,-1.000 0.000-5 0,-1.000 0.000-2 15,0.000 0.000 1-15,0.000 0.000 2 0,-1.000 0.000 2 0,-2.000 0.000 2 16,0.000 0.000 1-16,-9.000 3.000 10 0,3.000-2.000-3 0,0.000 1.000-2 0,-12.000 2.000-1 16,7.000-1.000 0-16,-2.000 1.000 2 0,-11.000-2.000-4 0,11.000-1.000 2 15,0.000 1.000-10-15,-2.000 0.000 7 16,10.000-1.000-1-16,-7.000 4.000 2 0,3.000-1.000-9 0,-1.000 0.000 9 0,-4.000 2.000-3 16,4.000-1.000 4-16,-1.000 0.000-6 0,3.000 1.000 3 0,-1.000 0.000 0 15,2.000 0.000 3-15,-2.000 1.000-1 0,1.000-1.000-3 0,0.000 1.000 0 16,0.000-2.000-1-16,1.000-1.000 4 0,0.000 1.000 0 0,-1.000-1.000 5 0,4.000-2.000-4 15,1.000 0.000 2-15,-1.000-1.000 3 0,2.000 0.000-8 0,-1.000 1.000 7 16,2.000-2.000-10-16,1.000 0.000-12 0,1.000 0.000-4 0,0.000 0.000-9 16,0.000 0.000-71-16,0.000 0.000-39 0,0.000 0.000-14 0,0.000 0.000-7 15,0.000 0.000-53-15</inkml:trace>
  <inkml:trace contextRef="#ctx0" brushRef="#br0">3596.000 16397.000 1334 0,'0.000'0.000'62'0,"0.000"0.000"-8"0,0.000 0.000-23 0,0.000 0.000 12 0,0.000 0.000-42 15,0.000 0.000-12-15,0.000-1.000-12 0,0.000 1.000 7 0,0.000-1.000-5 16,0.000 1.000 17-16,0.000 0.000-5 0,0.000-1.000 1 0,1.000 0.000-3 15,-1.000 0.000-6-15,0.000-1.000 12 0,0.000 1.000-8 0,0.000 0.000 10 32,0.000 0.000-4-32,0.000 0.000 3 0,-1.000 0.000-4 0,0.000 0.000 3 15,0.000 0.000-3-15,0.000 0.000 0 0,-1.000 0.000 3 0,0.000 1.000-3 16,-6.000-2.000 4-16,1.000 0.000-6 0,-3.000 1.000-2 0,0.000 0.000-1 0,-2.000 1.000-8 16,-2.000 0.000 19-16,2.000 1.000-2 0,0.000 0.000 6 0,-1.000 2.000-5 15,2.000 1.000-1-15,-4.000 1.000 2 0,2.000 2.000 1 0,-2.000 0.000 12 0,-2.000 2.000-11 16,2.000-1.000 9-16,-7.000 1.000-9 0,12.000-4.000 9 0,0.000-1.000 0 15,3.000 1.000-3-15,-3.000 2.000 2 0,-9.000 2.000-7 0,1.000-1.000 3 16,5.000-4.000 2-16,3.000 0.000-1 0,2.000-1.000-7 0,2.000 0.000 5 16,-4.000 2.000-3-16,0.000-2.000 5 0,5.000-1.000-5 0,-1.000 0.000-43 15,2.000 0.000-29-15,2.000-1.000-13 0,1.000-1.000-165 0</inkml:trace>
  <inkml:trace contextRef="#ctx1" brushRef="#br1">3266.000 16174.000 0</inkml:trace>
  <inkml:trace contextRef="#ctx0" brushRef="#br0">4565.000 15462.000 222 0,'0.000'0.000'60'15,"0.000"-1.000"5"-15,0.000 0.000 65 0,0.000 0.000 13 0,0.000 0.000-28 0,0.000 0.000-22 16,-1.000 0.000-29-16,0.000 0.000-2 0,0.000 0.000 3 0,0.000-1.000-1 0,0.000 0.000 4 16,0.000-1.000 2-16,0.000 1.000 1 0,0.000 0.000 25 0,-1.000 0.000-6 15,2.000 1.000 0-15,-4.000-3.000-5 0,-2.000 1.000-19 0,5.000 1.000-30 16,-1.000-2.000 1-16,1.000 2.000-12 0,0.000 0.000-1 0,-1.000-1.000 6 15,1.000 1.000-3-15,-4.000-1.000 1 0,1.000 1.000-16 0,0.000-1.000-7 16,0.000 2.000 3-16,2.000 0.000-5 0,-2.000 0.000 1 0,0.000-1.000-10 16,0.000-1.000 2-16,0.000 1.000-5 0,-2.000-1.000 10 0,-4.000 0.000 0 15,-1.000-1.000 0-15,-1.000 2.000-1 0,0.000 1.000-2 0,3.000 1.000 7 16,-2.000 0.000-4-16,-1.000 1.000 5 0,2.000 0.000-11 0,-3.000 1.000 4 16,-1.000 2.000-2-16,7.000-2.000 3 0,-7.000 3.000-3 0,-1.000 2.000 4 0,1.000 1.000-2 15,-11.000 3.000 1-15,7.000-2.000-2 0,0.000 0.000 2 16,1.000 1.000 0-16,14.000-8.000 1 0,-10.000 4.000-4 0,-3.000 1.000 10 0,1.000-1.000-9 15,-5.000-2.000 8-15,-1.000-2.000-8 0,11.000 6.000 0 0,-4.000-3.000 4 16,-3.000 4.000-2-16,4.000-2.000-1 0,0.000 2.000-1 0,-1.000 1.000 2 16,1.000-2.000-1-16,1.000-1.000-2 0,-1.000 2.000 2 0,-1.000-3.000 0 15,-2.000 2.000 1-15,2.000 2.000 2 0,-1.000-1.000 0 0,2.000 6.000-3 0,0.000-2.000 1 16,0.000 1.000-1-16,1.000-7.000 1 0,1.000-1.000 0 0,-4.000-4.000 0 16,10.000 5.000-2-16,-4.000 1.000 0 0,1.000-1.000-4 0,1.000 1.000 3 0,-2.000-1.000-6 0,5.000 1.000 12 15,-1.000-1.000-3-15,2.000 1.000 5 0,0.000-3.000-9 0,1.000 0.000 2 16,0.000 2.000 2-16,-1.000 0.000 0 0,1.000-1.000 0 0,1.000 2.000 0 15,1.000-1.000 2-15,0.000 1.000-1 0,1.000 0.000 0 0,1.000 1.000-3 16,1.000 0.000-2-16,1.000 0.000 0 0,3.000 0.000 5 0,-4.000-1.000 0 16,8.000 0.000-1-16,1.000-2.000 0 0,-1.000 0.000-2 0,0.000-3.000 7 15,1.000-1.000-5-15,1.000-1.000 5 0,-2.000 7.000-12 0,2.000-1.000 2 16,0.000-3.000 2-16,0.000-2.000-1 0,0.000-2.000 0 0,0.000 0.000 6 0,-1.000 0.000 2 16,-5.000-1.000 3-16,5.000-1.000 1 0,-3.000-1.000 4 0,-1.000 1.000-4 15,-6.000 1.000 5-15,0.000-1.000 4 0,0.000 1.000-2 16,0.000 0.000 5-16,8.000-5.000-5 0,-8.000 4.000-5 0,0.000-2.000 1 15,0.000-2.000-3-15,0.000 2.000 2 0,0.000-1.000-4 0,0.000 0.000-6 16,-1.000-1.000-5-16,0.000 0.000 1 0,-1.000 1.000-5 0,-2.000-2.000 6 16,-1.000 1.000 0-16,-1.000 2.000 1 0,-9.000-2.000-1 0,2.000 3.000-6 0,-3.000 0.000 3 0,-4.000 2.000-4 15,2.000-1.000-4-15,0.000 1.000-39 0,-1.000-10.000-7 0,0.000 5.000-11 16,0.000 2.000-47-16,1.000 2.000-52 0,2.000 0.000-7 0,4.000 2.000-20 16,-6.000-1.000-86-16</inkml:trace>
  <inkml:trace contextRef="#ctx0" brushRef="#br0">5053.000 15226.000 1109 0,'0.000'0.000'26'0,"-1.000"-1.000"46"0,0.000 0.000-72 0,0.000 0.000-14 16,0.000 0.000-3-16,0.000 0.000-1 0,0.000 0.000 0 0,0.000 0.000 15 15,0.000 0.000 0-15,0.000 0.000 4 0,0.000 0.000 1 0,0.000-1.000 1 0,0.000-1.000-6 16,0.000 2.000 4-16,-1.000 0.000-6 0,0.000 0.000 15 16,0.000 0.000 8-16,1.000 0.000 3 0,0.000 0.000 14 0,-1.000 0.000-14 15,0.000 0.000-2-15,-1.000 0.000-4 0,-6.000 0.000-15 0,3.000 1.000-4 16,-3.000 0.000 3-16,-5.000 0.000-1 0,4.000 1.000 8 0,0.000 1.000-7 0,-1.000 0.000 2 15,6.000-1.000-3-15,-5.000 1.000 2 0,1.000 2.000-1 0,-1.000 0.000 1 16,-5.000 3.000 0-16,3.000 1.000 0 0,-3.000 0.000 4 0,0.000 2.000-4 0,-3.000-6.000 6 16,0.000 10.000 0-16,1.000 3.000 1 0,-1.000-2.000-3 0,1.000 3.000 1 15,1.000 1.000-5-15,-3.000 0.000 8 0,-1.000 2.000-1 16,-6.000 1.000 1-16,3.000 2.000-4 0,4.000 2.000 2 0,-2.000 3.000-1 0,11.000 1.000-1 0,-11.000-4.000-4 16,3.000 5.000 0-16,3.000-4.000 1 0,1.000 2.000 3 15,6.000 2.000 16-15,2.000-8.000 14 0,1.000 0.000 3 0,1.000-4.000 2 16,2.000-1.000 1-16,1.000 0.000-7 0,-8.000-1.000 0 0,4.000 0.000-4 15,5.000-1.000 1-15,2.000-1.000-4 0,3.000 0.000-1 0,2.000 1.000-2 16,-6.000-1.000-6-16,21.000 1.000-4 0,3.000 2.000-3 0,10.000 0.000 0 16,-11.000-2.000-2-16,0.000 0.000-12 0,-1.000-3.000 8 0,-13.000-4.000-8 0,10.000 1.000 7 15,-1.000-3.000-23-15,-6.000-1.000-2 0,7.000-1.000-10 0,-7.000 2.000-25 16,-4.000-1.000-8-16,-1.000-1.000-1 0,-4.000-2.000 0 0,1.000 0.000 17 16,-3.000-2.000-2-16,0.000 0.000-1 0,0.000 0.000-6 0,0.000 0.000-58 0,0.000-1.000-107 15,-1.000 1.000-49-15</inkml:trace>
  <inkml:trace contextRef="#ctx0" brushRef="#br0">5020.000 15641.000 1122 0,'0.000'-1.000'17'0,"0.000"0.000"-5"16,-2.000-12.000 10-16,-2.000 1.000 0 0,1.000 4.000-21 16,3.000 6.000-5-16,-1.000-4.000 0 0,1.000 4.000-3 0,0.000 1.000 6 15,-1.000-2.000-8-15,1.000 2.000 10 0,0.000-1.000-8 0,0.000 0.000 7 0,0.000 1.000 5 16,-1.000-1.000-5-16,1.000 1.000 8 0,-1.000 0.000 1 0,0.000-1.000 20 16,-1.000-2.000 1-16,-4.000-5.000 9 0,6.000 8.000 35 0,-1.000-1.000 9 15,0.000 0.000 5-15,0.000 0.000-5 0,0.000 0.000-25 0,0.000-1.000-18 16,0.000 1.000-4-16,0.000 1.000-4 0,0.000 0.000-16 0,0.000 0.000-16 15,1.000 0.000 0-15,0.000 0.000-3 0,0.000 1.000 8 0,1.000 0.000-8 16,0.000 0.000 3-16,0.000 0.000-7 0,0.000 1.000 5 0,1.000 0.000 0 0,4.000 3.000 0 0,16.000 11.000-1 16,-11.000-1.000-3-16,-2.000 3.000 9 0,0.000-2.000-3 0,7.000 3.000 5 15,-6.000-2.000-6-15,8.000 2.000-3 0,1.000 0.000 6 0,-6.000-5.000-2 0,9.000 2.000 10 16,-4.000 1.000-3-16,1.000-2.000-4 0,-3.000 1.000 2 0,2.000-1.000 3 16,-2.000 0.000-1-16,2.000 0.000 5 0,5.000-2.000-2 0,-5.000-3.000 19 15,-1.000-2.000-13-15,0.000 1.000 6 16,-7.000-3.000-11-16,6.000-1.000-2 0,1.000 2.000-9 0,-3.000-3.000 3 0,3.000 1.000-3 0,-8.000-3.000 8 15,-4.000 3.000-5-15,1.000 0.000-1 0,5.000 1.000-2 16,-1.000-2.000-8-16,-6.000-2.000 0 0,-2.000 0.000-3 0,0.000 0.000 1 16,-1.000 0.000-9-16,0.000-1.000-29 0,1.000 0.000 2 0,-1.000 0.000-16 15,0.000 0.000-49-15,0.000 0.000-103 0,0.000 0.000-44 0</inkml:trace>
  <inkml:trace contextRef="#ctx0" brushRef="#br0">5385.000 15498.000 1649 0,'0.000'-1.000'22'0,"0.000"0.000"2"0,0.000 0.000-15 0,0.000 0.000-2 0,-2.000-1.000-11 16,1.000 0.000-4-16,0.000 0.000 2 0,1.000 1.000-4 0,0.000-1.000 5 15,0.000 0.000-2-15,0.000-1.000-9 0,0.000 1.000-3 0,0.000 1.000-3 16,0.000-1.000-6-16,0.000 1.000 14 0,-1.000-1.000 0 0,0.000 0.000 4 0,0.000 0.000-3 15,0.000 1.000 5-15,-1.000-1.000 3 0,1.000 2.000 2 0,-4.000-1.000 13 16,-2.000 1.000-6-16,1.000 1.000 0 0,0.000 3.000-1 0,-4.000 2.000 9 0,1.000-3.000-11 16,-3.000 13.000 6-16,-1.000 4.000-7 0,2.000-2.000 8 0,-2.000 9.000-4 15,0.000-8.000-1-15,-3.000-2.000-2 0,4.000 1.000-1 0,-4.000-3.000 7 0,-1.000 6.000-6 16,4.000-4.000 5-16,-5.000-3.000-5 0,2.000-1.000 0 0,1.000 1.000 3 0,-2.000-6.000-2 16,-1.000 3.000 5-16,5.000-3.000-7 0,5.000 1.000 9 0,0.000-1.000-7 15,4.000-2.000 19-15,-3.000-1.000-12 0,-3.000-2.000 2 0,2.000 0.000-4 16,-1.000-1.000 3-16,3.000 0.000 0 15,3.000-1.000-2-15,1.000 1.000 1 0,0.000 0.000-5 0,0.000 0.000-1 16,0.000 0.000-4-16,1.000 0.000 0 0,0.000-1.000-13 0,0.000 0.000-27 16,0.000 0.000-2-16,-2.000 0.000-11 0,1.000 0.000-50 0,0.000 0.000-58 15,0.000 0.000-19-15,1.000 0.000-18 0,0.000 1.000-120 0</inkml:trace>
  <inkml:trace contextRef="#ctx0" brushRef="#br0">5491.000 15783.000 1097 0,'0.000'0.000'54'0,"0.000"0.000"86"0,0.000 0.000-83 0,1.000 0.000-18 16,1.000 0.000-2-16,-1.000 0.000-4 0,0.000 0.000 4 0,0.000 0.000-16 16,0.000 0.000 3-16,1.000 0.000-9 0,5.000-1.000-14 0,-5.000 1.000-1 0,4.000-1.000-2 15,-4.000 1.000 0-15,0.000 0.000-2 0,0.000 0.000-3 0,0.000 0.000-5 16,0.000 0.000 2-16,0.000 0.000-1 0,1.000 1.000 3 0,-2.000 0.000 6 16,-1.000 0.000-4-16,0.000 1.000 3 0,0.000 6.000 7 0,0.000 3.000-2 15,1.000 1.000 6-15,-1.000-1.000-3 0,0.000 2.000 5 0,0.000-1.000-8 16,1.000 3.000 6-16,0.000-4.000-8 0,1.000 2.000-1 0,2.000 4.000 2 0,-1.000 1.000-2 15,0.000-2.000 3-15,0.000 1.000 0 0,-3.000-5.000-2 0,0.000-4.000 0 16,1.000 5.000-8-16,0.000-4.000-28 0,2.000 4.000-5 0,-3.000-9.000-12 16,0.000 6.000-49-16,-1.000-4.000-30 0,0.000-3.000-2 0,0.000 6.000-13 0,0.000-4.000-44 0</inkml:trace>
  <inkml:trace contextRef="#ctx0" brushRef="#br0">5034.000 15737.000 173 0,'0.000'0.000'24'0,"0.000"0.000"30"16,0.000 0.000-27-16,0.000 0.000-18 0,0.000 0.000-10 0,-1.000 0.000-11 15,0.000 0.000-126-15</inkml:trace>
  <inkml:trace contextRef="#ctx0" brushRef="#br0">5001.000 15712.000 476 0,'0.000'0.000'84'0,"0.000"0.000"-5"0,0.000 0.000 24 15,0.000 0.000-3-15,1.000 0.000-23 0,1.000 0.000-44 16,-1.000 0.000-22-16,0.000 0.000 3 0,0.000 0.000-7 0,0.000 0.000 6 0,0.000 0.000-8 15,0.000 0.000 2-15,0.000 0.000-2 0,0.000 0.000 11 0,0.000 1.000 8 16,0.000 0.000 0-16,0.000 0.000 3 0,0.000 0.000 4 0,0.000 0.000 0 16,0.000 0.000 1-16,0.000 0.000 0 0,0.000 1.000-4 0,1.000 0.000-3 15,-2.000 0.000-4-15,0.000 0.000 0 0,0.000 0.000-20 0,0.000 0.000 5 16,0.000 0.000-7-16,0.000-1.000 6 0,-2.000 2.000-2 0,0.000 1.000 9 16,0.000-1.000-3-16,1.000-1.000 2 0,-1.000 1.000-11 0,-1.000 0.000 14 15,-3.000-1.000 2-15,-1.000 2.000 5 0,-2.000-1.000-2 0,0.000-1.000-2 16,1.000 1.000 1-16,-4.000 1.000-1 0,4.000-1.000 2 0,1.000 2.000-11 0,0.000-3.000 3 15,-1.000 0.000-5-15,2.000 0.000-5 0,-1.000 1.000 6 16,1.000-1.000-7-16,4.000 0.000 6 0,-2.000 2.000-7 0,1.000-2.000-2 0,0.000 0.000 3 16,-2.000-1.000-1-16,2.000 1.000 1 0,1.000-1.000 3 0,-1.000 1.000-3 15,-1.000-1.000 6-15,1.000 0.000-6 0,-2.000 0.000 6 0,2.000 1.000-2 0,1.000 0.000 4 16,0.000-1.000-4-16,0.000 0.000-1 0,0.000 0.000-1 0,-1.000 1.000 0 16,-1.000-1.000 5-16,2.000 0.000-12 0,-1.000 0.000 0 0,1.000-1.000-12 15,1.000 0.000-72-15,-1.000 0.000-127 0,1.000 0.000-57 0</inkml:trace>
  <inkml:trace contextRef="#ctx0" brushRef="#br0">5727.000 15947.000 1246 0,'0.000'-1.000'41'0,"0.000"0.000"-5"0,0.000 0.000-9 0,0.000 0.000 1 0,0.000 0.000-21 16,0.000 1.000-26-16,2.000 0.000 11 0,-1.000 1.000 3 0,0.000 0.000 1 15,0.000 0.000 3-15,-1.000 1.000-3 0,0.000 1.000-4 0,1.000 7.000 2 16,-1.000 3.000 2-16,0.000-3.000 1 0,-1.000 1.000 0 0,-2.000 1.000 0 15,-3.000 1.000 1-15,-1.000 4.000-6 0,-2.000 0.000 8 0,-1.000 0.000-9 16,6.000-2.000-19-16,-13.000 3.000-45 0,0.000-3.000-20 0,6.000 0.000-9 0,-10.000-1.000-81 16</inkml:trace>
  <inkml:trace contextRef="#ctx0" brushRef="#br0">6277.000 15374.000 1265 0,'0.000'0.000'27'0,"0.000"-1.000"47"0,0.000 0.000-61 15,0.000 0.000-19-15,0.000 0.000 2 0,0.000 0.000-8 0,0.000 0.000 9 0,0.000 0.000-5 0,1.000 0.000 1 16,0.000 0.000 0-16,0.000 0.000 6 0,1.000 1.000 3 0,1.000 0.000-2 16,5.000 0.000 3-16,2.000 0.000 7 0,3.000 1.000-1 0,0.000 1.000 5 15,9.000 2.000-4-15,-12.000-2.000 15 0,2.000 2.000 1 0,3.000 1.000 5 16,6.000 3.000-3-16,-1.000 1.000 14 0,-6.000-2.000-24 0,0.000-3.000 7 0,-4.000 10.000-13 15,3.000 5.000 6-15,2.000 2.000-12 0,-5.000-4.000-3 0,0.000 8.000-3 16,1.000 3.000 1-16,0.000-1.000-3 0,0.000 6.000 2 16,-3.000-3.000-3-16,-3.000-9.000 5 0,-1.000 4.000-7 15,-2.000-3.000 5-15,9.000-2.000-7 0,-5.000 2.000 4 0,-6.000-1.000-8 0,-4.000-3.000 3 16,-3.000 3.000-5-16,-4.000-2.000-12 0,5.000 1.000-12 0,-15.000 0.000-6 0,0.000 1.000-1 0,-9.000 0.000-22 0,-6.000 2.000-37 16,2.000 3.000-9-16,-13.000-6.000-16 15,12.000 3.000-108-15</inkml:trace>
  <inkml:trace contextRef="#ctx1" brushRef="#br1">3196.000 16245.000 0</inkml:trace>
  <inkml:trace contextRef="#ctx0" brushRef="#br0">5889.000 15383.000 962 0,'0.000'0.000'37'16,"0.000"0.000"0"-16,0.000 0.000-19 0,0.000 0.000 0 0,1.000 0.000-18 16,-1.000 0.000 3-16,0.000 0.000 1 0,0.000 0.000-4 0,0.000 0.000 4 15,-1.000 0.000 7-15,0.000 0.000-9 16,1.000 0.000 8-16,0.000 0.000-8 0,1.000 0.000 18 0,0.000 0.000-3 0,0.000 0.000 6 0,1.000 0.000-6 15,-1.000 0.000 7-15,0.000 0.000 7 0,0.000 0.000-4 0,0.000 1.000 4 16,1.000 0.000-6-16,0.000 0.000 2 0,0.000 0.000-1 0,0.000 0.000-1 16,-1.000-1.000-12-16,6.000 4.000-3 0,-1.000-1.000-3 0,-1.000 5.000 0 15,1.000 3.000-12-15,0.000 0.000 8 16,0.000 2.000-4-16,7.000 1.000 4 0,-7.000-1.000-14 0,2.000 5.000 9 16,-5.000-1.000 1-16,2.000 1.000 2 0,-1.000 0.000 3 0,3.000 4.000-3 15,1.000-3.000-3-15,0.000-1.000 2 0,2.000 1.000 5 0,-1.000-3.000 3 0,0.000-1.000-1 16,-1.000 0.000-1-16,1.000-1.000-6 0,1.000-2.000 0 0,-2.000-2.000 3 0,-1.000-1.000-3 0,-2.000-1.000 2 0,-1.000-2.000 0 15,-1.000 0.000-3 1,-1.000-1.000 1-16,4.000-1.000-3 0,-2.000 1.000-18 0,1.000-2.000-8 0,-1.000-1.000-8 16,0.000 0.000-63-16,-1.000 0.000-43 0,-1.000-1.000 0 0,1.000 1.000-17 0,-2.000-2.000-39 15</inkml:trace>
  <inkml:trace contextRef="#ctx0" brushRef="#br0">6367.000 15468.000 180 0,'-1.000'0.000'28'16,"0.000"0.000"2"-16,0.000 0.000-10 0,-2.000 0.000-3 0,2.000 0.000-9 15,-1.000 0.000 4-15,-4.000 1.000 12 0,0.000 1.000-4 0,-4.000 2.000 6 0,2.000 0.000-2 16,-2.000 2.000-20-16,0.000-1.000 15 0,2.000-1.000-13 0,1.000 0.000 38 16,-2.000-2.000 25-16,-1.000 7.000-5 0,-2.000-3.000 10 0,-1.000 5.000-17 0,2.000-7.000-26 15,-1.000 3.000-6-15,-3.000 1.000-6 0,2.000 0.000-19 0,-1.000 1.000 14 16,-2.000-5.000-7-16,2.000 4.000 8 0,1.000-2.000-12 0,2.000-1.000 4 15,2.000 4.000 3-15,0.000-4.000-1 0,1.000 5.000 0 0,1.000 2.000 10 16,2.000-7.000-3-16,-5.000 2.000 6 0,5.000-3.000 0 0,-3.000-3.000-8 16,5.000 5.000 3-16,0.000 0.000-3 0,0.000 0.000 7 0,0.000 0.000 0 15,2.000-4.000 5-15,-6.000 4.000-2 0,3.000-3.000 13 0,-1.000 0.000-11 16,1.000-1.000-2-16,2.000-1.000-3 0,-3.000 1.000-10 0,2.000 2.000-2 16,-5.000-2.000-3-16,-17.000 0.000 0 0,17.000 0.000-6 0,2.000-1.000 1 0,5.000 1.000 5 0,0.000 0.000-3 0,1.000-1.000 4 0,0.000 1.000-3 15,0.000 0.000 1-15,0.000 1.000 0 0,0.000-1.000-1 0,0.000 0.000 10 16,0.000 0.000 0-16,0.000-1.000 5 15,0.000 0.000-2-15,0.000 0.000-7 0,1.000 0.000-2 0,0.000 0.000 2 16,0.000 0.000 14-16,0.000 0.000-14 0,1.000 0.000 8 0,0.000 0.000-9 0,0.000 1.000 13 16,0.000-1.000-8-16,0.000 0.000 6 0,-1.000 0.000-6 0,1.000 0.000 3 15,-1.000 0.000-10-15,0.000 0.000-1 0,0.000 0.000-3 0,0.000 0.000-1 16,-1.000 0.000-6-16,0.000 0.000 7 0,0.000 0.000-5 0,1.000 0.000 9 0,0.000 0.000-4 16,1.000 0.000-3-16,-1.000 0.000 1 0,0.000 0.000-1 0,0.000 1.000 0 15,0.000-1.000-2-15,1.000 0.000 2 0,-1.000-1.000-4 16,2.000 2.000 7-16,-2.000 5.000-1 0,6.000 2.000 2 0,-1.000 0.000-4 15,-1.000 2.000 7-15,0.000 0.000 4 0,2.000 2.000 0 16,-3.000-1.000-1-16,0.000-1.000-3 0,-1.000 1.000 3 0,-1.000-4.000-2 16,-1.000 1.000 4-16,0.000 3.000-2 0,0.000-2.000 1 0,2.000 1.000 1 15,-1.000-1.000 11-15,0.000 1.000 8 0,-1.000-3.000-3 0,-1.000 1.000 2 0,0.000 6.000-13 16,0.000-6.000-5-16,0.000-1.000-2 0,0.000 7.000-1 0,1.000-3.000-3 16,0.000-3.000-4-16,1.000 5.000 3 0,-2.000-13.000-4 0,0.000 1.000 5 15,1.000 3.000-6-15,1.000-3.000 0 0,-1.000 0.000-1 0,0.000 0.000 0 0,0.000 0.000-12 16,0.000 0.000-4-16,0.000 1.000-4 0,0.000-1.000-32 15,0.000-1.000-98-15,0.000 0.000-26 0,0.000 0.000-53 0,0.000 0.000-359 0</inkml:trace>
  <inkml:trace contextRef="#ctx0" brushRef="#br0">4305.000 16308.000 641 0,'0.000'0.000'21'0,"0.000"0.000"3"16,0.000 0.000-9-16,0.000 0.000-4 0,-1.000 0.000-7 0,0.000 0.000-12 15,0.000-1.000 4-15,0.000 1.000-2 0,0.000 0.000 5 0,1.000-1.000 5 0,0.000 1.000 27 16,0.000-1.000-9-16,-1.000 0.000 12 0,1.000 1.000-10 16,0.000 0.000-9-16,0.000 0.000 8 0,0.000 0.000-8 0,0.000 0.000-3 0,1.000-1.000 6 15,0.000 0.000 0-15,0.000 1.000 6 0,0.000-1.000 15 0,0.000-1.000 4 16,0.000 2.000-6-16,0.000 0.000 5 0,0.000 0.000-11 0,0.000 0.000-13 15,0.000 0.000 4-15,1.000 0.000-7 0,1.000 0.000 4 0,3.000 0.000-1 16,0.000 0.000-2-16,0.000 0.000 2 0,3.000 0.000 1 0,2.000 0.000 4 0,-1.000 0.000 3 0,6.000 0.000-2 0,-3.000 0.000-1 0,2.000 0.000-7 16,0.000 0.000 5-16,2.000 0.000-5 0,5.000 0.000 16 0,4.000 2.000-13 15,-1.000-2.000 1-15,16.000 2.000-5 0,-11.000-1.000-13 0,-1.000-1.000-1 16,7.000 2.000-3-16,-13.000-1.000 2 0,10.000 1.000 0 0,0.000 0.000 7 16,-4.000-2.000-5-16,3.000 1.000 7 0,1.000 0.000-3 0,0.000-1.000 22 15,6.000 0.000-8-15,8.000 0.000 9 0,2.000 0.000-17 0,7.000 0.000 0 0,0.000 0.000-1 16,-7.000 0.000 0-16,-1.000 0.000-5 0,-3.000 1.000 10 0,1.000 0.000 0 15,5.000 0.000 3-15,-5.000 0.000 11 0,6.000 0.000 0 0,-4.000 3.000 4 16,-6.000-2.000-5-16,2.000 0.000-4 0,-6.000 1.000-10 0,1.000 0.000-7 16,-1.000 0.000 0-16,-4.000 1.000-6 0,-1.000-1.000-1 0,2.000-1.000 2 0,-4.000-1.000-3 15,8.000 0.000 10-15,-2.000 0.000-8 0,-3.000-1.000 3 0,3.000 0.000-5 16,-6.000 0.000 0-16,-4.000-1.000 4 16,0.000 0.000-5-16,-5.000 0.000 2 15,-1.000-1.000-10-15,-1.000 1.000 2 0,0.000-1.000 0 0,-2.000-1.000-1 0,0.000 2.000-7 0,-1.000 0.000 1 16,0.000 0.000-1-16,2.000 0.000 1 0,1.000 0.000 1 0,2.000 0.000 4 15,-5.000 0.000 2-15,4.000 0.000 2 0,-9.000 1.000 8 0,-1.000 0.000-1 16,2.000-1.000 0-16,-7.000 1.000-1 0,9.000 0.000 2 0,-8.000 0.000-3 16,6.000-1.000 2-16,-11.000 1.000-3 0,0.000 0.000-2 0,8.000 0.000 3 15,-4.000 0.000-3-15,11.000 0.000 3 0,-16.000 0.000-1 0,0.000 0.000-13 0,0.000 0.000 8 0,1.000 0.000-9 16,3.000 0.000 10-16,0.000 0.000 8 16,1.000 0.000-6-16,6.000-1.000 5 0,-6.000 1.000-9 0,1.000 0.000 7 0,-2.000 0.000 0 15,-1.000 0.000 2-15,3.000 0.000-1 0,1.000-1.000-1 0,-3.000 1.000 0 16,-3.000 0.000 0-16,4.000-1.000 1 0,-2.000 1.000-1 0,1.000 0.000 3 15,1.000-1.000-3-15,-5.000 1.000 5 0,2.000 0.000-7 0,-2.000 0.000-3 0,1.000 0.000-1 16,0.000 0.000 6-16,0.000 0.000-5 0,0.000 0.000-4 0,-1.000 0.000-3 16,0.000 0.000-25-16,0.000 0.000-38 0,0.000 0.000-15 0,0.000 0.000-11 15,0.000 0.000-89-15</inkml:trace>
  <inkml:trace contextRef="#ctx0" brushRef="#br0">339.000 17007.000 256 0,'0.000'0.000'252'0,"0.000"0.000"-98"16,0.000 0.000 78-16,0.000 0.000 7 0,0.000 0.000-185 0,0.000 0.000-22 15,0.000 0.000 12-15,0.000 0.000-11 0,0.000 0.000 15 0,-1.000 0.000-4 0,0.000-1.000-10 16,0.000 0.000 0-16,0.000 0.000-5 0,0.000 0.000-5 0,-1.000 0.000 32 16,1.000 1.000-3-16,-7.000-6.000 11 15,3.000 3.000-11-15,-1.000-2.000-13 0,-3.000 0.000 0 0,5.000 2.000-5 16,-4.000-2.000-1-16,2.000 0.000-20 0,1.000 2.000 3 0,-5.000-3.000-11 0,1.000 1.000-6 0,-2.000-1.000 2 15,-2.000 1.000-2-15,-1.000-1.000 1 0,1.000-1.000 4 16,0.000 1.000-4-16,-2.000 0.000 2 0,0.000 0.000-3 0,-2.000 1.000-9 16,0.000 0.000 11-16,-2.000-3.000-6 0,1.000 3.000 7 0,-3.000 1.000-3 0,0.000 1.000 0 15,-3.000 1.000 1-15,1.000 0.000-3 0,-4.000 1.000-5 0,-3.000 0.000 7 16,-4.000 3.000-2-16,-6.000 2.000 3 0,4.000 0.000-7 0,-1.000 1.000 5 16,2.000 2.000-2-16,7.000 0.000 2 0,-1.000 1.000-3 0,3.000 0.000 4 15,4.000-1.000 0-15,3.000 1.000 1 0,3.000 0.000-1 0,4.000-4.000-9 0,0.000 11.000 6 16,1.000-4.000-5-16,1.000 1.000 7 0,0.000 2.000 0 0,2.000 3.000 0 0,-2.000 2.000-1 15,3.000-3.000-3-15,-4.000-1.000 3 0,1.000 2.000 2 0,3.000-3.000 0 16,-3.000-2.000 1-16,2.000 2.000-4 0,3.000 0.000-2 16,-9.000 2.000-1-16,10.000 1.000 6 0,-1.000 4.000 5 0,2.000 2.000-2 15,-8.000-1.000 2-15,5.000-2.000-8 0,5.000-1.000-6 0,1.000-5.000-4 16,2.000-2.000 0-16,3.000-1.000-22 0,-3.000-4.000 0 0,18.000-2.000-1 16,5.000-2.000 2-16,-1.000 11.000 11 0,2.000-7.000 12 0,5.000-2.000 2 15,-1.000-5.000 3-15,2.000-2.000 2 0,4.000-4.000 9 0,-2.000 0.000-3 0,2.000-2.000 6 16,-5.000 0.000-4-16,-3.000-1.000 0 0,-3.000-2.000 5 0,-8.000 2.000-1 0,3.000-1.000 17 0,-2.000-1.000 8 0,-3.000 10.000 0 15,0.000-11.000 2-15,-6.000 0.000 0 0,-3.000-1.000-3 0,-1.000 0.000-10 16,-1.000 3.000 5-16,-2.000 0.000-10 0,7.000-1.000 2 0,-5.000 2.000 1 16,-2.000 2.000-3-16,-1.000-2.000-10 0,-1.000 3.000-8 0,-3.000-2.000 1 0,-3.000 1.000-3 15,-8.000 3.000-2-15,-11.000 3.000-5 0,-3.000-14.000-4 0,-7.000 7.000 1 32,1.000 4.000-2-32,-4.000 4.000-18 0,1.000 3.000-2 0,4.000 3.000-9 0,-2.000 0.000-32 15,4.000 2.000-44-15,1.000 0.000-11 0,-3.000 3.000-19 0,-1.000 0.000-103 0</inkml:trace>
  <inkml:trace contextRef="#ctx0" brushRef="#br0">962.000 16759.000 1342 0,'0.000'0.000'28'0,"0.000"-1.000"50"0,0.000 0.000-78 0,0.000 0.000-5 16,0.000 0.000-6-16,0.000-1.000 4 0,0.000 1.000 3 16,0.000 0.000 0-16,0.000 0.000 4 0,0.000 0.000-3 0,0.000 0.000-1 0,0.000 0.000 1 15,-1.000 0.000 0-15,0.000 0.000 1 0,0.000 0.000 2 0,0.000 0.000 1 16,-1.000 0.000 2-16,1.000 0.000-1 0,0.000 0.000 0 0,0.000 0.000-6 15,0.000 0.000-4-15,0.000 0.000 1 0,-1.000-1.000-1 0,-2.000 1.000-4 16,-5.000 0.000 1-16,-1.000 1.000-2 0,-2.000 0.000 3 0,3.000 1.000-5 16,-2.000 3.000 6-16,3.000-1.000-5 0,-3.000 2.000 14 0,-1.000 1.000-3 15,3.000 1.000 2-15,-6.000-5.000-1 0,7.000 11.000 5 0,-2.000-2.000-4 16,-1.000 2.000 1-16,5.000 3.000-3 0,-2.000 0.000 1 0,2.000 3.000 0 16,0.000 1.000 0-16,-4.000 0.000 1 0,4.000 2.000 7 0,-1.000-1.000-4 0,0.000-3.000 3 15,-6.000 7.000-2-15,6.000-3.000 8 0,5.000 1.000 7 0,2.000 0.000 6 16,3.000-3.000-1-16,2.000-3.000 2 0,1.000 1.000 2 0,2.000 3.000-6 15,2.000-4.000 5-15,-9.000-1.000-9 0,13.000 1.000-1 0,-1.000 1.000 1 0,0.000 0.000 1 16,6.000-2.000 8-16,-1.000 1.000 11 0,2.000-3.000-6 0,0.000-2.000 7 16,3.000 0.000-11-16,-1.000 0.000-4 0,2.000 0.000 4 0,4.000 0.000-5 15,1.000-4.000-3-15,-1.000 1.000-10 0,0.000-6.000 0 0,-1.000 1.000-2 16,-1.000 2.000 2-16,-1.000-3.000-12 0,-5.000 1.000 5 0,-4.000-2.000-8 0,-4.000 1.000-5 16,-2.000 0.000-29-16,-2.000-2.000-11 0,-1.000 2.000-7 0,-1.000 0.000-61 15,1.000 0.000-64-15,-1.000 6.000-30 0,1.000-3.000-23 0,-4.000-3.000-220 16</inkml:trace>
  <inkml:trace contextRef="#ctx0" brushRef="#br0">1335.000 16867.000 1631 0,'0.000'0.000'52'15,"0.000"0.000"5"-15,0.000 0.000-25 0,0.000 0.000-8 0,0.000 0.000-19 16,0.000-1.000 0-16,0.000 1.000-1 0,0.000 0.000-2 0,0.000 0.000 1 0,0.000 0.000-3 16,0.000 0.000-5-16,0.000 0.000 3 0,1.000 0.000-2 0,0.000 1.000 9 15,1.000 0.000-3-15,0.000 1.000-2 0,1.000 0.000 0 0,5.000 4.000-1 16,1.000 3.000 3-16,0.000-2.000 1 0,-2.000 6.000 2 0,2.000-2.000 5 0,0.000 0.000-2 16,2.000 4.000-1-16,7.000-3.000 0 0,-3.000 1.000-1 0,7.000 3.000-7 15,2.000-2.000 2-15,-12.000-1.000-3 0,7.000-1.000-3 0,1.000 3.000 4 16,-1.000-3.000 0-16,17.000 1.000 1 0,-10.000-1.000 4 0,-7.000 0.000-1 0,-2.000-3.000-3 0,-13.000 1.000 0 15,11.000 1.000-3-15,-2.000-5.000 4 0,1.000 2.000-1 0,0.000-2.000 3 16,-2.000-1.000-2-16,-3.000-1.000-4 0,1.000-1.000-7 0,-1.000-2.000-4 16,0.000 2.000-53-16,-4.000-2.000-55 0,0.000 0.000-10 0,-1.000 1.000-20 0,-1.000 0.000-92 15</inkml:trace>
  <inkml:trace contextRef="#ctx0" brushRef="#br0">1983.000 16703.000 1703 0,'0.000'0.000'43'16,"0.000"0.000"20"-16,1.000 0.000 19 0,0.000-1.000 11 0,0.000 0.000-87 15,0.000-1.000-17-15,1.000 1.000 5 0,8.000-1.000-8 0,5.000 1.000 11 0,-1.000 1.000 1 16,5.000 0.000-4-16,1.000 1.000 3 0,1.000 1.000 1 0,5.000 4.000 0 15,1.000 0.000 0-15,-4.000 1.000 0 0,-1.000 1.000-2 0,-2.000-1.000 6 16,-2.000 1.000-6-16,-3.000-1.000 6 0,2.000 4.000-4 16,-1.000-9.000 1-16,2.000 15.000 2 0,4.000 1.000-1 0,-2.000 4.000 0 0,4.000 5.000 0 15,-7.000-1.000 3-15,-5.000 5.000-2 0,5.000-2.000-1 0,0.000 5.000-1 16,1.000 2.000-1-16,-2.000-3.000 0 0,-4.000 0.000-1 0,-7.000-8.000-4 16,-3.000 0.000 1-16,1.000 1.000-3 0,9.000-3.000-4 0,-9.000 0.000-12 15,-4.000 1.000-6-15,-8.000-3.000-6 0,-1.000 0.000-56 0,-3.000-4.000-68 16,-10.000 1.000-39-16,-9.000-1.000-37 0,-8.000 0.000-423 0</inkml:trace>
  <inkml:trace contextRef="#ctx1" brushRef="#br1">1456.000 17491.000 0</inkml:trace>
  <inkml:trace contextRef="#ctx0" brushRef="#br0">1659.000 16842.000 1262 0,'-1.000'0.000'183'16,"1.000"0.000"25"-16,0.000 0.000-53 0,0.000 0.000-73 0,0.000 0.000-28 16,0.000 0.000-56-16,-1.000 0.000-10 0,0.000 0.000 3 0,1.000 0.000-3 15,0.000 0.000 7-15,0.000 0.000-14 0,0.000 0.000-1 0,0.000 0.000-4 0,0.000 0.000 4 0,0.000 0.000 9 16,0.000 0.000 7-16,0.000 0.000-2 0,0.000 0.000 3 16,-1.000 0.000 3-16,0.000 0.000-8 0,1.000 0.000 8 0,0.000 0.000-8 0,-1.000 1.000 3 0,0.000 0.000-1 15,-1.000 1.000 0-15,-11.000 6.000-2 0,-1.000-7.000 0 0,4.000 14.000 7 16,8.000 2.000-5-16,-6.000 1.000 9 0,1.000 1.000-3 15,-6.000-1.000 0-15,0.000-5.000-2 0,0.000 5.000-4 0,-2.000 1.000 0 0,0.000-1.000 4 16,0.000 4.000-3-16,1.000-5.000 4 0,1.000-7.000-12 0,2.000 4.000 3 16,-6.000-4.000-5-16,8.000-1.000 6 0,-2.000 2.000-7 0,0.000-5.000 2 15,3.000 1.000-5-15,-2.000-1.000-18 0,2.000-1.000-21 0,-1.000-1.000-7 0,2.000 1.000-5 16,0.000-2.000-27-16,2.000 1.000-6 0,1.000-1.000-8 0,1.000-2.000 1 16,0.000 1.000-23-16,1.000-1.000-66 0,1.000-1.000-29 0</inkml:trace>
  <inkml:trace contextRef="#ctx0" brushRef="#br0">1913.000 17091.000 1732 0,'0.000'0.000'53'0,"0.000"0.000"4"0,0.000 0.000-26 15,0.000 0.000-10-15,0.000 0.000-19 0,0.000 0.000-3 0,0.000 0.000-3 16,-1.000 0.000-1-16,0.000 1.000 0 0,0.000 0.000 4 0,0.000 0.000-3 16,0.000 0.000 4-16,0.000 0.000-3 0,0.000 0.000 4 0,0.000 0.000 9 15,0.000 2.000-3-15,0.000-1.000 5 0,0.000 0.000 3 0,0.000 0.000-12 16,-3.000 3.000 8-16,0.000 3.000-9 0,1.000-2.000 14 0,0.000 1.000-10 15,1.000 2.000 2-15,0.000-1.000-4 0,0.000 2.000 1 0,2.000-1.000-5 16,0.000 2.000-1-16,0.000 0.000-1 0,3.000-2.000-1 0,-1.000 0.000-34 0,2.000 0.000-10 16,0.000 0.000-12-16,0.000-1.000-66 0,3.000 3.000-73 15,-2.000-3.000-9-15,0.000 1.000-27 0,0.000-2.000-100 0</inkml:trace>
  <inkml:trace contextRef="#ctx0" brushRef="#br0">5227.000 16624.000 971 0,'0.000'0.000'72'0,"0.000"0.000"-28"15,0.000 0.000 71-15,0.000 0.000-18 0,0.000 0.000-58 0,0.000 0.000-24 16,0.000 0.000 2-16,0.000 0.000-6 0,0.000 0.000 20 0,0.000 0.000-16 15,0.000-1.000 1-15,0.000 0.000-7 0,0.000 0.000-7 0,0.000 0.000-2 16,0.000 0.000 0-16,0.000 0.000-1 0,-1.000 0.000 6 0,0.000 0.000-5 0,0.000 0.000 1 0,-1.000 0.000-3 0,-1.000 0.000-4 0,-3.000-4.000 3 16,-2.000 0.000-2-16,6.000 4.000 2 0,-12.000-7.000-6 0,0.000 1.000 11 15,-1.000 3.000-2-15,-5.000-1.000 3 0,6.000 3.000-7 0,-3.000-2.000 4 16,-4.000 1.000-1-16,4.000 0.000 2 0,-1.000 2.000 3 0,-2.000 1.000-1 0,3.000 0.000 5 16,-3.000 0.000-5-16,1.000 0.000 2 0,6.000 1.000 9 0,1.000 2.000-9 15,-3.000 2.000 9-15,-1.000-1.000-10 0,-2.000-1.000-5 0,-2.000-1.000 4 16,1.000 0.000-3-16,-2.000-1.000 6 0,-2.000 1.000 0 0,2.000 0.000-1 15,-4.000 0.000-1-15,3.000 0.000-6 0,0.000 1.000 7 16,-2.000 0.000-8-16,16.000-1.000 6 16,-16.000 4.000-7-16,2.000 0.000 6 0,7.000 0.000 0 0,-22.000 3.000 3 15,20.000-5.000-4-15,-1.000 0.000-1 0,-4.000 0.000 1 0,12.000 1.000-1 16,-6.000 0.000-4-16,-1.000 0.000 2 0,2.000 0.000 1 0,0.000 2.000 0 0,0.000-1.000 1 16,1.000 2.000 2-16,0.000-1.000-2 0,-1.000 1.000 2 0,0.000 1.000-5 0,2.000-1.000 0 15,2.000-7.000 3-15,-1.000 11.000-1 0,5.000-1.000 2 0,-2.000 1.000 4 16,4.000 1.000-5-16,1.000-1.000 5 0,-3.000 0.000-11 0,4.000 1.000 18 15,-1.000 0.000-11-15,-2.000 0.000 14 0,4.000-1.000-10 0,-7.000 2.000-1 16,4.000 4.000 8-16,5.000-1.000-7 0,3.000 0.000-1 0,1.000-2.000 4 16,0.000-4.000-6-16,2.000-1.000 6 0,0.000-1.000-2 0,-1.000 3.000-2 0,7.000-5.000 7 15,1.000 0.000-5-15,-1.000 1.000 3 0,0.000-5.000 3 0,2.000 3.000-11 16,-2.000-3.000 9-16,4.000 1.000-10 0,0.000 2.000-1 0,-2.000-4.000 0 16,1.000 6.000 0-16,0.000 1.000 1 0,2.000-1.000 1 15,-1.000-3.000 2-15,1.000-1.000 0 0,-1.000 0.000-2 0,0.000-2.000 6 0,0.000-2.000-6 0,-10.000-1.000 5 16,2.000-2.000-1-16,-2.000 1.000-1 0,-5.000 2.000 10 0,6.000-4.000-6 15,0.000-1.000 17-15,-1.000-5.000 4 0,1.000 1.000-9 0,-1.000-3.000 4 16,-2.000-1.000-20-16,-2.000 5.000 10 0,-1.000-4.000-2 0,0.000 3.000 4 0,1.000 0.000-7 16,-2.000-2.000-8-16,-3.000-6.000-3 0,-5.000 0.000-2 0,2.000 2.000-10 15,1.000 0.000 4-15,-13.000 4.000-2 0,9.000-1.000 2 0,-13.000 1.000-9 0,7.000 4.000-14 16,1.000-1.000 6-16,-3.000 3.000-9 0,0.000 0.000 4 0,4.000 4.000 3 16,-1.000 0.000-9-16,-1.000-9.000 5 0,3.000 5.000-31 0,2.000 2.000-43 15,2.000 2.000-8-15,3.000 1.000-15 0,-2.000 0.000-49 0,2.000 1.000-83 16</inkml:trace>
  <inkml:trace contextRef="#ctx0" brushRef="#br0">5416.000 16522.000 201 0,'1.000'0.000'61'0,"0.000"0.000"92"0,0.000 1.000-74 0,1.000 0.000-16 16,-1.000 0.000-6-16,0.000 0.000-4 0,-1.000 0.000-23 0,0.000 0.000-13 16,-1.000 0.000-4-16,0.000 0.000-3 0,-1.000 1.000-10 0,1.000 0.000 0 15,-4.000 8.000 5-15,2.000-5.000-3 0,2.000 4.000 1 0,-7.000-2.000-2 16,0.000 4.000-1-16,-2.000-2.000 0 0,2.000 2.000-2 0,0.000 0.000 3 15,-2.000 0.000 12-15,3.000 0.000 0 0,-3.000-1.000 47 0,3.000 0.000-18 16,-2.000-1.000 1-16,-2.000 2.000-10 0,5.000-1.000-12 0,0.000 1.000 0 0,1.000 0.000-4 0,-3.000-1.000 3 16,0.000 3.000-1-16,1.000 0.000 12 0,1.000 0.000-1 0,0.000 2.000 2 0,0.000-2.000-10 15,1.000 2.000 25-15,2.000-4.000-8 0,0.000 2.000 12 0,1.000 0.000-12 0,0.000 1.000-24 16,2.000 0.000 2-16,0.000-2.000-10 0,2.000 4.000 5 0,1.000 0.000 6 16,1.000 1.000 3-16,1.000-2.000 0 15,1.000-1.000 8-15,0.000-1.000 14 0,2.000 2.000-7 0,1.000 0.000 8 16,-7.000-1.000-17-16,10.000-1.000-14 0,-1.000-4.000 5 0,1.000 2.000-8 15,1.000-4.000 5-15,-1.000-2.000-2 0,-4.000-2.000-2 0,2.000 0.000 0 16,1.000 1.000 1-16,0.000 2.000-10 0,1.000-1.000 4 0,-9.000-2.000-5 16,2.000-2.000 8-16,-3.000 0.000-11 0,0.000 0.000 5 0,6.000 0.000-5 15,-6.000 1.000 5-15,3.000 1.000 1 0,0.000-2.000-5 0,-3.000 1.000 1 0,0.000 0.000-17 16,0.000 0.000-34-16,-1.000 0.000-1 0,2.000-1.000-16 0,-2.000 0.000-47 0,0.000 0.000-31 16,-1.000 0.000-9-16,0.000-1.000-12 0,0.000 0.000-87 0</inkml:trace>
  <inkml:trace contextRef="#ctx0" brushRef="#br0">5651.000 16694.000 783 0,'0.000'0.000'83'0,"0.000"0.000"-9"0,0.000 0.000 35 16,-1.000-1.000 3-16,0.000 0.000-22 0,0.000 0.000-28 0,0.000 1.000-30 15,1.000 0.000 7-15,-1.000 0.000-16 0,0.000 0.000-4 0,1.000 0.000-10 16,0.000 0.000-4-16,0.000 0.000 0 16,1.000 0.000 0-16,0.000 0.000 6 0,0.000 0.000 2 0,0.000 0.000 0 0,0.000 0.000 9 15,1.000 1.000 5-15,0.000 0.000 0 0,1.000 0.000 2 0,-1.000 0.000-1 0,4.000 2.000-10 16,0.000 2.000-1-16,2.000 0.000-4 0,0.000 1.000-7 16,-1.000 0.000 9-16,2.000-2.000-5 0,2.000 5.000 5 0,-2.000 3.000-16 0,3.000 0.000 10 15,-3.000-2.000-3-15,9.000 0.000 6 0,-7.000-2.000-8 0,0.000 1.000-3 16,4.000 3.000 0-16,6.000 0.000 0 0,-5.000-1.000 10 0,5.000-1.000-1 15,-7.000-2.000 4-15,-8.000 1.000-3 0,11.000 1.000-1 0,0.000 1.000-6 16,-6.000-2.000-1-16,-6.000-4.000-1 0,7.000 2.000-2 0,-3.000-3.000 0 16,2.000 1.000-4-16,7.000 0.000 1 0,-16.000-3.000 2 0,3.000 4.000-2 0,-1.000-3.000-1 0,0.000-2.000-2 0,3.000 5.000-22 0,-2.000-3.000-1 15,-1.000 1.000-7-15,-2.000-3.000 5 0,2.000 2.000-11 0,-3.000-3.000-22 16,1.000 1.000 1-16,3.000 2.000-12 16,-3.000-1.000-31-16,0.000-1.000-35 0,0.000 0.000-18 0,0.000 0.000-13 0,-1.000 0.000-138 0</inkml:trace>
  <inkml:trace contextRef="#ctx0" brushRef="#br0">5911.000 16689.000 873 0,'0.000'0.000'65'0,"0.000"0.000"-2"0,0.000 0.000 1 16,0.000 0.000-13-16,0.000 0.000-15 0,-2.000 0.000-23 0,2.000 0.000 4 16,0.000 0.000-4-16,-1.000 0.000 0 0,0.000 0.000-16 0,0.000 0.000 4 15,1.000 0.000 2-15,0.000 0.000 1 0,0.000 0.000-4 0,0.000 0.000 1 16,-1.000 0.000-1-16,0.000 1.000 0 0,0.000 0.000-1 0,0.000 0.000-3 15,-2.000 1.000 4-15,1.000 0.000-2 0,-5.000 8.000 1 0,3.000 3.000 1 16,-5.000-1.000-3-16,-16.000 2.000 3 0,13.000 1.000-3 0,-3.000-4.000 5 0,1.000 4.000 0 16,0.000 0.000 3-16,-1.000-1.000-3 0,2.000 0.000 9 0,-1.000-2.000-8 15,0.000 2.000 8-15,-1.000-1.000-7 0,2.000 6.000-4 0,0.000-3.000 6 0,-4.000-4.000-6 16,6.000 5.000 0-16,-3.000-8.000 3 0,0.000 2.000-3 0,2.000-3.000 4 16,-4.000 0.000 5-16,2.000-5.000-8 0,7.000 2.000 6 0,-3.000 0.000-7 15,2.000 0.000 3-15,8.000-4.000-6 0,-7.000 0.000-10 16,5.000 7.000-1-16,-2.000-2.000-38 0,-1.000-3.000-89 0,4.000-1.000-37 0</inkml:trace>
  <inkml:trace contextRef="#ctx0" brushRef="#br0">6031.000 16857.000 1979 0,'-1.000'0.000'30'0,"0.000"0.000"51"16,1.000 0.000-69-16,0.000 0.000-20 0,0.000 0.000-8 15,0.000 0.000-4-15,0.000 0.000-14 0,1.000 0.000 12 0,0.000 0.000 1 16,0.000 0.000 3-16,0.000 1.000 3 0,1.000 0.000-3 0,1.000 1.000 3 0,-1.000 3.000-1 16,4.000 4.000 9-16,-1.000 2.000 1 0,2.000 3.000 2 0,-1.000-1.000-1 15,-1.000 1.000 6-15,1.000 5.000-4 0,-2.000-4.000-5 0,1.000-3.000-2 16,-2.000-3.000-22-16,2.000 0.000-58 0,0.000 3.000-2 0,0.000 4.000-25 0,0.000 1.000-71 15,0.000-6.000-184-15</inkml:trace>
  <inkml:trace contextRef="#ctx0" brushRef="#br0">6060.000 16508.000 777 0,'0.000'0.000'0'0,"0.000"0.000"88"16,0.000 0.000 20-16,0.000 0.000-3 0,0.000 0.000-2 0,0.000 0.000-88 15,1.000 0.000-21-15,0.000 1.000 4 0,3.000 1.000-1 0,15.000 8.000 0 16,-1.000-1.000 2-16,0.000-8.000 4 0,1.000 9.000 2 0,1.000 5.000 1 15,0.000-6.000 1-15,1.000 1.000 36 0,3.000 3.000-3 0,-3.000 3.000 16 0,10.000 3.000 8 16,0.000-1.000-24-16,-4.000 0.000-3 0,-6.000 1.000-9 0,-2.000 2.000-25 16,-3.000 4.000 15-16,0.000 1.000-3 0,5.000 8.000 8 0,-8.000-2.000-2 0,-3.000 6.000 0 15,1.000 6.000-2-15,-3.000-4.000 1 0,-1.000 4.000-3 0,-5.000-5.000-13 16,13.000-9.000-2 0,-8.000-2.000-3-16,-4.000-3.000 1 0,-3.000-4.000-18 0,-2.000 0.000-15 15,-4.000-3.000-10-15,-2.000-2.000-104 0,0.000-1.000-31 0,-2.000-1.000-29 16,-13.000-3.000-14-16,-5.000 2.000-241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147480000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0T20:06: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21443.000 15291.000 1968 0,'0.000'0.000'8'0,"0.000"0.000"4"0,0.000 0.000 4 16,0.000 0.000-5-16,0.000 0.000 6 0,0.000 0.000 9 16,0.000 0.000 4-16,0.000 0.000 8 15,0.000 0.000-8-15,0.000 0.000-11 16,0.000 0.000 2-16,0.000 0.000-6 16,0.000 0.000 3-16,0.000 1.000 11 15,-1.000 0.000-5-15,0.000 1.000 6 16,-3.000 10.000-6-16,-2.000 5.000-18 15,0.000 1.000 2-15,-2.000 2.000-8 16,-1.000 0.000 3-16,0.000-2.000 11 16,0.000-1.000-1-16,2.000-4.000 10 15,0.000 0.000 2-15,0.000 0.000-3 16,0.000-1.000-1-16,-1.000-2.000-10 16,7.000 1.000 1-16,-6.000-2.000-8 0,-1.000 1.000 1 15,2.000-2.000-2-15,-1.000 0.000 0 16,-1.000 0.000 5-16,1.000 0.000 3 15,-2.000-1.000 1-15,1.000 0.000-2 16,-1.000 1.000-1-16,1.000 0.000-5 16,2.000-1.000 1-16,-1.000-1.000-3 15,3.000-1.000-1-15,-1.000-1.000 2 16,3.000-1.000 0-16,-1.000 0.000 4 16,1.000-2.000-4-16,1.000 1.000 1 0,-1.000-1.000 0 15,1.000 2.000-4-15,-2.000 1.000 8 16,-1.000 1.000-7-16,0.000 1.000 0 15,0.000 0.000 3-15,1.000 1.000-6 16,1.000-2.000 7-16,1.000-1.000 0 16,0.000-1.000-4-16,-1.000 1.000 3 15,0.000-1.000-5-15,-3.000 2.000 0 16,0.000-2.000 1-16,1.000 1.000-1 16,1.000 0.000 1-16,1.000-2.000-2 0,1.000-1.000-1 31,-2.000 1.000 3-31,1.000 0.000-6 0,1.000-1.000 5 15,0.000 0.000-2-15,0.000 0.000-3 16,0.000-1.000 6-16,1.000 0.000-5 16,0.000-1.000-2-16,1.000 0.000-8 15,0.000-1.000-5-15,3.000-5.000 1 16,0.000-9.000 4-16,10.000-1.000 6 16,3.000-2.000 4-16,3.000-1.000 1 15,6.000-4.000-7-15,0.000-2.000 6 16,5.000-2.000-4-16,2.000-1.000 6 15,-4.000-2.000 2-15,2.000 6.000-1 16,-4.000 0.000 7-16,-7.000 6.000 0 16,-1.000 6.000 4-16,-8.000 5.000 0 15,-5.000 4.000-3-15,-2.000 3.000 1 16,-4.000 0.000-5-16,0.000 0.000 1 0,1.000 1.000 1 16,1.000-3.000-3-16,0.000 1.000 4 15,-1.000 1.000 0-15,0.000 1.000-2 16,-1.000 0.000-2-16,0.000 1.000 0 15,-1.000 1.000-1-15,-4.000 8.000 1 16,1.000 10.000 3-16,-9.000 1.000 0 16,-1.000-1.000 2-16,0.000 0.000-7 0,0.000 0.000 2 15,-4.000-4.000-1-15,0.000 1.000-1 16,-2.000-2.000 6-16,-1.000-1.000-5 16,2.000-1.000 3-16,0.000-1.000 2 15,2.000 0.000-5-15,3.000-2.000 6 16,1.000-1.000-6-16,3.000-2.000-1 0,3.000 0.000 2 15,2.000-1.000-4-15,-2.000-1.000 5 16,0.000 1.000-2-16,0.000-1.000 1 16,-2.000-1.000 1-16,1.000 2.000-2 15,1.000-3.000 3-15,1.000 0.000-1 16,2.000 0.000 0-16,-1.000-1.000 2 16,2.000 0.000-3-16,-1.000 2.000 2 0,1.000-1.000 3 15,0.000 0.000-4-15,1.000 0.000 1 31,1.000 1.000 2-31,-1.000 2.000-2 0,-3.000 0.000 4 16,1.000 0.000-2-16,0.000 2.000 0 16,1.000-1.000 5-16,-1.000 0.000-4 15,2.000 1.000 8-15,1.000-2.000-3 0,0.000 0.000-5 16,0.000-1.000 4-16,1.000 1.000-6 16,0.000 1.000 0-16,2.000 1.000 1 15,1.000 0.000-3-15,3.000 1.000 5 16,2.000-2.000-1-16,7.000 2.000 0 15,0.000-1.000 1-15,1.000 1.000 6 16,-1.000 1.000 8-16,3.000 1.000 5 16,3.000 2.000 0-16,0.000-1.000-9 15,3.000 0.000-6-15,0.000-1.000-8 0,0.000-4.000 2 0,-1.000 0.000-4 16,-3.000 0.000 2-16,-1.000-1.000 1 16,-1.000 0.000-2-16,-4.000 0.000 4 15,0.000-1.000-7-15,-4.000-2.000 3 16,-1.000 1.000-1-16,0.000 1.000 2 31,0.000-1.000 6-31,-1.000 0.000-1 16,0.000 0.000-1-16,0.000 2.000 3 15,-1.000-1.000-7-15,1.000 0.000 4 16,-1.000 0.000 1-16,-2.000 0.000-3 16,-1.000-2.000 5-16,-2.000-1.000-5 15,-1.000 1.000 1-15,-1.000-2.000 2 16,1.000 0.000-5-16,1.000 1.000 1 15,0.000 1.000 2-15,0.000-1.000-1 0,0.000 0.000 6 16,-1.000-1.000-6-16,1.000 0.000 0 16,-1.000 0.000-5-16,0.000 0.000-4 15,0.000 0.000 1-15,0.000 0.000 1 16,-1.000-1.000-2-16,0.000 0.000 1 16,-1.000 0.000 3-16,0.000-1.000 0 15,-6.000-1.000 2-15,-12.000-5.000-3 16,-3.000-1.000 0-16,4.000 1.000-1 0,-2.000-2.000-2 15,3.000 1.000 4-15,4.000-1.000-11 16,1.000 6.000-1-16,0.000-12.000-2 16,2.000 3.000-9-16,-2.000-1.000 7 15,-3.000 3.000-3-15,-1.000 4.000 3 16,-3.000 1.000 5-16,3.000 2.000 2 16,-1.000-1.000 9-16,3.000 3.000-1 15,4.000-6.000 4-15,-2.000 1.000-3 16,2.000 1.000-2-16,-3.000 2.000 0 15,0.000 1.000-1-15,-1.000 1.000 2 16,1.000 0.000 0-16,-2.000 0.000 4 16,0.000 0.000-3-16,3.000 0.000 4 15,1.000-1.000-1-15,3.000 0.000-6 16,3.000 0.000 3-16,0.000 0.000-4 16,1.000 1.000 3-16,-2.000-1.000 1 15,0.000 0.000-2-15,0.000 0.000 2 0,-3.000 0.000 0 16,2.000 0.000 3-16,-3.000 0.000-2 15,3.000-1.000-1-15,3.000 2.000 4 16,-3.000-1.000-1-16,4.000 1.000 4 16,1.000 0.000-1-16,0.000 0.000-6 15,2.000 0.000-3-15,-6.000-9.000-2 16,3.000-3.000-1-16,3.000-1.000 2 0,2.000 0.000 2 16,3.000-1.000 0-16,3.000-1.000 2 15,3.000-4.000-2-15,0.000 0.000 1 16,-10.000-1.000 1-16,13.000-1.000 0 15,0.000 0.000 3-15,0.000-2.000-1 16,-1.000 1.000 1-16,0.000 1.000 2 16,1.000 0.000-6-16,0.000 1.000 3 15,-3.000 2.000-2-15,0.000 1.000-1 16,-2.000 2.000 4-16,-1.000 3.000-2 0,-1.000 0.000 1 16,2.000 2.000 0-16,0.000 1.000-4 15,1.000 0.000-4-15,0.000 1.000 0 16,0.000 1.000-11-16,-4.000 1.000-8 15,-1.000 3.000-15-15,0.000 0.000-14 16,-2.000 2.000-39-16,0.000-2.000-41 16,2.000 2.000-176-16,1.000-1.000-222 15</inkml:trace>
  <inkml:trace contextRef="#ctx0" brushRef="#br0">21210.000 16125.000 726 0,'0.000'0.000'212'16,"0.000"0.000"-102"-16,0.000 0.000 157 0,0.000 0.000-228 16,0.000 0.000-49-16,0.000 0.000-6 15,0.000 0.000 32-15,0.000 0.000 24 16,0.000 0.000 31-16,0.000 0.000 6 15,0.000 0.000-16-15,0.000 0.000-12 16,0.000 0.000-21-16,0.000 0.000-6 16,0.000 0.000-1-16,0.000-1.000-2 0,1.000 0.000-1 15,0.000 0.000 8-15,0.000 0.000 3 32,0.000-1.000 2-32,1.000 1.000 11 15,-1.000 0.000-4-15,1.000 0.000-4 0,0.000 0.000-5 16,0.000 0.000-18-16,0.000 0.000-2 15,0.000 0.000-4-15,0.000 1.000-3 16,8.000-2.000 8-16,0.000 1.000 7 16,2.000 1.000 26-16,2.000 0.000 7 15,-3.000 1.000 3-15,3.000 2.000-4 16,-2.000-1.000-28-16,0.000 1.000-3 0,1.000 2.000-6 0,2.000 1.000-5 16,2.000 1.000 9-1,3.000 3.000-3-15,0.000 1.000 0 0,-1.000-1.000 0 16,2.000 1.000-8-16,-2.000-2.000-2 15,1.000-1.000 1-15,-2.000-2.000-6 16,-4.000-1.000 1-16,0.000 1.000 1 16,-2.000-2.000-3-16,-2.000 0.000 6 15,0.000 0.000-3-15,2.000 2.000 4 16,-3.000-2.000 1-16,1.000 0.000-1 0,-4.000-1.000 4 16,-2.000-1.000-6-16,-3.000-2.000 10 15,1.000 1.000 9-15,0.000 0.000-2 16,-1.000 0.000 4-16,1.000 1.000-16 15,-2.000-1.000-11-15,0.000-1.000-6 16,-2.000-1.000-6-16,-3.000-2.000 8 16,-13.000-6.000 0-16,0.000 0.000 6 15,0.000 0.000 3-15,-3.000-2.000-7 16,-2.000 2.000 2-16,-4.000 0.000-3 16,-2.000 0.000-1-16,1.000 1.000 9 15,2.000 1.000 5-15,0.000-1.000 0 16,6.000 0.000 9-16,0.000 0.000-4 15,1.000-1.000-7-15,2.000 1.000 3 0,-1.000 0.000-10 16,3.000 1.000-3-16,0.000-1.000-2 16,1.000 1.000-8-16,-1.000 0.000 4 31,0.000 0.000-4-31,0.000 2.000 4 0,0.000 1.000 6 16,0.000 1.000-4-16,1.000 0.000 8 15,0.000 2.000-2-15,4.000 1.000-3 16,3.000 0.000 2-16,2.000 0.000-6 15,2.000 0.000 7-15,-2.000 0.000-2 16,3.000 0.000-3-16,0.000 0.000 6 16,1.000 0.000-5-16,0.000 0.000 5 15,1.000 0.000 2-15,1.000 0.000 2 16,0.000 1.000 2-16,9.000 3.000-3 16,9.000 2.000 2-16,0.000 1.000-1 0,-1.000 1.000 6 0,0.000 1.000 1 15,2.000 2.000 3-15,-1.000-10.000-2 16,1.000 15.000-3-16,2.000 1.000 2 15,0.000 0.000-7-15,1.000 1.000 6 16,1.000-1.000-2-16,2.000 2.000 5 16,0.000 2.000 9-16,2.000 0.000-2 15,1.000 1.000 4-15,-1.000-5.000-6 16,-3.000-1.000-3-16,-4.000-3.000 7 16,-2.000-3.000-5-16,-6.000 0.000 3 15,0.000-2.000-4-15,-4.000 0.000-7 16,-3.000-3.000 3-16,1.000-3.000-5 15,-2.000-1.000 2-15,1.000 5.000-1 16,1.000-2.000-3-16,-1.000-1.000 0 0,-1.000-1.000 2 16,-2.000-2.000 1-16,-1.000 0.000 3 15,0.000 0.000-5-15,0.000 0.000-3 16,-1.000 0.000-7-16,0.000-1.000-10 16,0.000 0.000-6-16,-1.000-1.000-3 15,-2.000-10.000-8-15,-5.000-6.000 4 16,-2.000 2.000 8-16,-2.000-2.000 5 15,3.000 4.000 17-15,1.000-1.000 2 0,-1.000 0.000 6 16,1.000 1.000-4-16,-2.000 0.000-2 16,1.000 1.000 8-16,3.000 2.000-6 15,-9.000 0.000 6-15,-3.000 4.000-7 32,1.000 0.000-6-32,0.000 0.000 0 15,-4.000 1.000-5-15,5.000 1.000 3 16,0.000 0.000-4-16,4.000 2.000 5 0,4.000 0.000 0 15,-2.000 0.000-4-15,-3.000-1.000 3 16,2.000-1.000-4-16,-2.000 2.000 0 16,2.000 0.000 0-16,2.000 0.000 0 15,1.000 1.000 1-15,-2.000 1.000 3 16,0.000 0.000 3-16,-2.000-7.000-3 16,-2.000 2.000 4-16,2.000 2.000 2 0,1.000 2.000 5 15,2.000 0.000 10-15,3.000 2.000-4 16,1.000 0.000 3-16,1.000 0.000 3 15,-1.000 0.000-3-15,-1.000-1.000 11 16,0.000 0.000-3-16,3.000 1.000-4 16,0.000 0.000-8-16,1.000 0.000-13 15,0.000 0.000-3-15,0.000 0.000-9 16,-1.000-1.000 4-16,0.000 0.000 0 16,0.000 0.000-2-16,0.000 1.000 7 15,1.000 0.000 1-15,1.000 0.000 0 16,1.000 1.000 5-16,7.000 3.000-1 15,16.000 0.000 3-15,5.000 9.000 10 16,2.000 1.000-3-16,0.000 2.000 7 0,2.000-1.000-3 16,-6.000 0.000-4-16,-4.000 1.000-2 15,-5.000-2.000-5-15,-6.000 0.000-1 16,1.000-1.000 3-16,-1.000-3.000-5 16,-3.000-1.000 6-16,3.000-2.000-4 15,-7.000-2.000-2-15,1.000-2.000 9 16,-5.000-2.000-12-16,-1.000 0.000-4 15,2.000 1.000-45-15,-1.000 0.000-68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379913"/>
            <a:ext cx="5087937" cy="41465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5907" tIns="47956" rIns="95907" bIns="47956" numCol="1" anchor="t" anchorCtr="0" compatLnSpc="1"/>
          <a:lstStyle/>
          <a:p>
            <a:pPr lvl="0"/>
            <a:r>
              <a:rPr lang="en-US" noProof="0"/>
              <a:t>Click to edit Master notes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307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4750" y="700088"/>
            <a:ext cx="4587875" cy="3441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6990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385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4084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76425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4400"/>
          </a:xfrm>
          <a:solidFill>
            <a:srgbClr val="FFFFFF"/>
          </a:solidFill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9913"/>
            <a:ext cx="5086350" cy="414655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722" tIns="45357" rIns="90722" bIns="45357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4400"/>
          </a:xfrm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9913"/>
            <a:ext cx="5086350" cy="414655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22" tIns="45357" rIns="90722" bIns="45357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4400"/>
          </a:xfrm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9913"/>
            <a:ext cx="5086350" cy="414655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22" tIns="45357" rIns="90722" bIns="45357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8400" y="693738"/>
            <a:ext cx="4605338" cy="3455987"/>
          </a:xfrm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1" tIns="45371" rIns="90741" bIns="45371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4400"/>
          </a:xfrm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9913"/>
            <a:ext cx="5086350" cy="414655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22" tIns="45357" rIns="90722" bIns="45357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11163" y="1143000"/>
            <a:ext cx="8318500" cy="5181600"/>
          </a:xfrm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11163" y="1143000"/>
            <a:ext cx="8318500" cy="5181600"/>
          </a:xfrm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 Third Level</a:t>
            </a:r>
            <a:endParaRPr lang="en-US" altLang="en-US"/>
          </a:p>
        </p:txBody>
      </p:sp>
      <p:grpSp>
        <p:nvGrpSpPr>
          <p:cNvPr id="1028" name="Group 16"/>
          <p:cNvGrpSpPr/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029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8534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 smtClean="0"/>
              <a:t>3/15/2021</a:t>
            </a:r>
            <a:r>
              <a:rPr lang="en-US" altLang="en-US" dirty="0"/>
              <a:t>	      Introduction to Data Mining, 2</a:t>
            </a:r>
            <a:r>
              <a:rPr lang="en-US" altLang="en-US" baseline="30000" dirty="0"/>
              <a:t>nd</a:t>
            </a:r>
            <a:r>
              <a:rPr lang="en-US" altLang="en-US" dirty="0"/>
              <a:t> Edition 		                         </a:t>
            </a:r>
            <a:fld id="{305BC1BA-498F-4F53-8344-9B3E94103230}" type="slidenum">
              <a:rPr lang="en-US" altLang="en-US"/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 Third Level</a:t>
            </a:r>
            <a:endParaRPr lang="en-US" altLang="en-US"/>
          </a:p>
        </p:txBody>
      </p:sp>
      <p:grpSp>
        <p:nvGrpSpPr>
          <p:cNvPr id="2052" name="Group 16"/>
          <p:cNvGrpSpPr/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2054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2055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029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8534400" cy="307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0000"/>
                </a:solidFill>
              </a:rPr>
              <a:t>11/19/2012 		Introduction to Data Mining 		                         </a:t>
            </a:r>
            <a:fld id="{CA9FBA6A-B358-4F62-87C6-3538BC5C0DC4}" type="slidenum">
              <a:rPr lang="en-US" altLang="en-US">
                <a:solidFill>
                  <a:srgbClr val="000000"/>
                </a:solidFill>
              </a:rPr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e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2.e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e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7.bin"/><Relationship Id="rId3" Type="http://schemas.openxmlformats.org/officeDocument/2006/relationships/image" Target="../media/image13.emf"/><Relationship Id="rId2" Type="http://schemas.openxmlformats.org/officeDocument/2006/relationships/oleObject" Target="../embeddings/oleObject6.bin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7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9.bin"/><Relationship Id="rId3" Type="http://schemas.openxmlformats.org/officeDocument/2006/relationships/image" Target="../media/image15.wmf"/><Relationship Id="rId2" Type="http://schemas.openxmlformats.org/officeDocument/2006/relationships/oleObject" Target="../embeddings/oleObject8.bin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6.emf"/><Relationship Id="rId2" Type="http://schemas.openxmlformats.org/officeDocument/2006/relationships/oleObject" Target="../embeddings/oleObject10.bin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7.wmf"/><Relationship Id="rId2" Type="http://schemas.openxmlformats.org/officeDocument/2006/relationships/oleObject" Target="../embeddings/oleObject11.bin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customXml" Target="../ink/ink4.xml"/><Relationship Id="rId7" Type="http://schemas.openxmlformats.org/officeDocument/2006/relationships/image" Target="../media/image20.png"/><Relationship Id="rId6" Type="http://schemas.openxmlformats.org/officeDocument/2006/relationships/customXml" Target="../ink/ink3.xml"/><Relationship Id="rId5" Type="http://schemas.openxmlformats.org/officeDocument/2006/relationships/image" Target="../media/image19.png"/><Relationship Id="rId4" Type="http://schemas.openxmlformats.org/officeDocument/2006/relationships/customXml" Target="../ink/ink2.xml"/><Relationship Id="rId3" Type="http://schemas.openxmlformats.org/officeDocument/2006/relationships/image" Target="../media/image18.png"/><Relationship Id="rId2" Type="http://schemas.openxmlformats.org/officeDocument/2006/relationships/customXml" Target="../ink/ink1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22.png"/><Relationship Id="rId10" Type="http://schemas.openxmlformats.org/officeDocument/2006/relationships/customXml" Target="../ink/ink5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3.emf"/><Relationship Id="rId2" Type="http://schemas.openxmlformats.org/officeDocument/2006/relationships/oleObject" Target="../embeddings/oleObject12.bin"/><Relationship Id="rId1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wmf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.jpeg"/></Relationships>
</file>

<file path=ppt/slides/_rels/slide4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1.vml"/><Relationship Id="rId6" Type="http://schemas.openxmlformats.org/officeDocument/2006/relationships/slideLayout" Target="../slideLayouts/slideLayout28.xml"/><Relationship Id="rId5" Type="http://schemas.openxmlformats.org/officeDocument/2006/relationships/image" Target="../media/image28.emf"/><Relationship Id="rId4" Type="http://schemas.openxmlformats.org/officeDocument/2006/relationships/oleObject" Target="../embeddings/oleObject14.bin"/><Relationship Id="rId3" Type="http://schemas.openxmlformats.org/officeDocument/2006/relationships/image" Target="../media/image27.emf"/><Relationship Id="rId2" Type="http://schemas.openxmlformats.org/officeDocument/2006/relationships/oleObject" Target="../embeddings/oleObject13.bin"/><Relationship Id="rId1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2.vml"/><Relationship Id="rId8" Type="http://schemas.openxmlformats.org/officeDocument/2006/relationships/slideLayout" Target="../slideLayouts/slideLayout28.xml"/><Relationship Id="rId7" Type="http://schemas.openxmlformats.org/officeDocument/2006/relationships/image" Target="../media/image29.emf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8.emf"/><Relationship Id="rId4" Type="http://schemas.openxmlformats.org/officeDocument/2006/relationships/oleObject" Target="../embeddings/oleObject16.bin"/><Relationship Id="rId3" Type="http://schemas.openxmlformats.org/officeDocument/2006/relationships/image" Target="../media/image27.emf"/><Relationship Id="rId2" Type="http://schemas.openxmlformats.org/officeDocument/2006/relationships/oleObject" Target="../embeddings/oleObject15.bin"/><Relationship Id="rId1" Type="http://schemas.openxmlformats.org/officeDocument/2006/relationships/image" Target="../media/image1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4.wmf"/><Relationship Id="rId1" Type="http://schemas.openxmlformats.org/officeDocument/2006/relationships/image" Target="../media/image1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emf"/><Relationship Id="rId2" Type="http://schemas.openxmlformats.org/officeDocument/2006/relationships/oleObject" Target="../embeddings/oleObject18.bin"/><Relationship Id="rId1" Type="http://schemas.openxmlformats.org/officeDocument/2006/relationships/image" Target="../media/image1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4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20.bin"/><Relationship Id="rId3" Type="http://schemas.openxmlformats.org/officeDocument/2006/relationships/image" Target="../media/image31.wmf"/><Relationship Id="rId2" Type="http://schemas.openxmlformats.org/officeDocument/2006/relationships/oleObject" Target="../embeddings/oleObject19.bin"/><Relationship Id="rId1" Type="http://schemas.openxmlformats.org/officeDocument/2006/relationships/image" Target="../media/image1.jpeg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5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35.wmf"/><Relationship Id="rId6" Type="http://schemas.openxmlformats.org/officeDocument/2006/relationships/oleObject" Target="../embeddings/oleObject23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2.bin"/><Relationship Id="rId3" Type="http://schemas.openxmlformats.org/officeDocument/2006/relationships/image" Target="../media/image33.wmf"/><Relationship Id="rId2" Type="http://schemas.openxmlformats.org/officeDocument/2006/relationships/oleObject" Target="../embeddings/oleObject21.bin"/><Relationship Id="rId1" Type="http://schemas.openxmlformats.org/officeDocument/2006/relationships/image" Target="../media/image1.jpeg"/></Relationships>
</file>

<file path=ppt/slides/_rels/slide6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6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25.bin"/><Relationship Id="rId3" Type="http://schemas.openxmlformats.org/officeDocument/2006/relationships/image" Target="../media/image36.emf"/><Relationship Id="rId2" Type="http://schemas.openxmlformats.org/officeDocument/2006/relationships/oleObject" Target="../embeddings/oleObject24.bin"/><Relationship Id="rId1" Type="http://schemas.openxmlformats.org/officeDocument/2006/relationships/image" Target="../media/image1.jpe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7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8.wmf"/><Relationship Id="rId2" Type="http://schemas.openxmlformats.org/officeDocument/2006/relationships/oleObject" Target="../embeddings/oleObject26.bin"/><Relationship Id="rId1" Type="http://schemas.openxmlformats.org/officeDocument/2006/relationships/image" Target="../media/image1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8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9.emf"/><Relationship Id="rId2" Type="http://schemas.openxmlformats.org/officeDocument/2006/relationships/oleObject" Target="../embeddings/oleObject27.bin"/><Relationship Id="rId1" Type="http://schemas.openxmlformats.org/officeDocument/2006/relationships/image" Target="../media/image1.jpeg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9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0.emf"/><Relationship Id="rId2" Type="http://schemas.openxmlformats.org/officeDocument/2006/relationships/oleObject" Target="../embeddings/oleObject28.bin"/><Relationship Id="rId1" Type="http://schemas.openxmlformats.org/officeDocument/2006/relationships/image" Target="../media/image1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0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1.emf"/><Relationship Id="rId2" Type="http://schemas.openxmlformats.org/officeDocument/2006/relationships/oleObject" Target="../embeddings/oleObject29.bin"/><Relationship Id="rId1" Type="http://schemas.openxmlformats.org/officeDocument/2006/relationships/image" Target="../media/image1.jpeg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emf"/><Relationship Id="rId2" Type="http://schemas.openxmlformats.org/officeDocument/2006/relationships/oleObject" Target="../embeddings/oleObject30.bin"/><Relationship Id="rId1" Type="http://schemas.openxmlformats.org/officeDocument/2006/relationships/image" Target="../media/image1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2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3.emf"/><Relationship Id="rId2" Type="http://schemas.openxmlformats.org/officeDocument/2006/relationships/oleObject" Target="../embeddings/oleObject31.bin"/><Relationship Id="rId1" Type="http://schemas.openxmlformats.org/officeDocument/2006/relationships/image" Target="../media/image1.jpeg"/></Relationships>
</file>

<file path=ppt/slides/_rels/slide7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4.emf"/><Relationship Id="rId2" Type="http://schemas.openxmlformats.org/officeDocument/2006/relationships/oleObject" Target="../embeddings/oleObject32.bin"/><Relationship Id="rId1" Type="http://schemas.openxmlformats.org/officeDocument/2006/relationships/image" Target="../media/image1.jpeg"/></Relationships>
</file>

<file path=ppt/slides/_rels/slide7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emf"/><Relationship Id="rId2" Type="http://schemas.openxmlformats.org/officeDocument/2006/relationships/oleObject" Target="../embeddings/oleObject33.bin"/><Relationship Id="rId1" Type="http://schemas.openxmlformats.org/officeDocument/2006/relationships/image" Target="../media/image1.jpeg"/></Relationships>
</file>

<file path=ppt/slides/_rels/slide7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6.wmf"/><Relationship Id="rId2" Type="http://schemas.openxmlformats.org/officeDocument/2006/relationships/oleObject" Target="../embeddings/oleObject34.bin"/><Relationship Id="rId1" Type="http://schemas.openxmlformats.org/officeDocument/2006/relationships/image" Target="../media/image1.jpeg"/></Relationships>
</file>

<file path=ppt/slides/_rels/slide7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7.emf"/><Relationship Id="rId2" Type="http://schemas.openxmlformats.org/officeDocument/2006/relationships/oleObject" Target="../embeddings/oleObject35.bin"/><Relationship Id="rId1" Type="http://schemas.openxmlformats.org/officeDocument/2006/relationships/image" Target="../media/image1.jpeg"/></Relationships>
</file>

<file path=ppt/slides/_rels/slide7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7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9.emf"/><Relationship Id="rId4" Type="http://schemas.openxmlformats.org/officeDocument/2006/relationships/oleObject" Target="../embeddings/oleObject37.bin"/><Relationship Id="rId3" Type="http://schemas.openxmlformats.org/officeDocument/2006/relationships/image" Target="../media/image48.emf"/><Relationship Id="rId2" Type="http://schemas.openxmlformats.org/officeDocument/2006/relationships/oleObject" Target="../embeddings/oleObject36.bin"/><Relationship Id="rId1" Type="http://schemas.openxmlformats.org/officeDocument/2006/relationships/image" Target="../media/image1.jpeg"/></Relationships>
</file>

<file path=ppt/slides/_rels/slide7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8.vml"/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51.emf"/><Relationship Id="rId4" Type="http://schemas.openxmlformats.org/officeDocument/2006/relationships/oleObject" Target="../embeddings/oleObject39.bin"/><Relationship Id="rId3" Type="http://schemas.openxmlformats.org/officeDocument/2006/relationships/image" Target="../media/image50.emf"/><Relationship Id="rId2" Type="http://schemas.openxmlformats.org/officeDocument/2006/relationships/oleObject" Target="../embeddings/oleObject38.bin"/><Relationship Id="rId1" Type="http://schemas.openxmlformats.org/officeDocument/2006/relationships/image" Target="../media/image1.jpeg"/></Relationships>
</file>

<file path=ppt/slides/_rels/slide7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9.vml"/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53.emf"/><Relationship Id="rId4" Type="http://schemas.openxmlformats.org/officeDocument/2006/relationships/oleObject" Target="../embeddings/oleObject41.bin"/><Relationship Id="rId3" Type="http://schemas.openxmlformats.org/officeDocument/2006/relationships/image" Target="../media/image52.emf"/><Relationship Id="rId2" Type="http://schemas.openxmlformats.org/officeDocument/2006/relationships/oleObject" Target="../embeddings/oleObject40.bin"/><Relationship Id="rId1" Type="http://schemas.openxmlformats.org/officeDocument/2006/relationships/image" Target="../media/image1.jpeg"/></Relationships>
</file>

<file path=ppt/slides/_rels/slide8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0.vml"/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54.emf"/><Relationship Id="rId2" Type="http://schemas.openxmlformats.org/officeDocument/2006/relationships/oleObject" Target="../embeddings/oleObject42.bin"/><Relationship Id="rId1" Type="http://schemas.openxmlformats.org/officeDocument/2006/relationships/image" Target="../media/image1.jpeg"/></Relationships>
</file>

<file path=ppt/slides/_rels/slide8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5.emf"/><Relationship Id="rId2" Type="http://schemas.openxmlformats.org/officeDocument/2006/relationships/oleObject" Target="../embeddings/oleObject43.bin"/><Relationship Id="rId1" Type="http://schemas.openxmlformats.org/officeDocument/2006/relationships/image" Target="../media/image1.jpe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emf"/><Relationship Id="rId8" Type="http://schemas.openxmlformats.org/officeDocument/2006/relationships/oleObject" Target="../embeddings/oleObject47.bin"/><Relationship Id="rId7" Type="http://schemas.openxmlformats.org/officeDocument/2006/relationships/image" Target="../media/image58.wmf"/><Relationship Id="rId6" Type="http://schemas.openxmlformats.org/officeDocument/2006/relationships/oleObject" Target="../embeddings/oleObject46.bin"/><Relationship Id="rId5" Type="http://schemas.openxmlformats.org/officeDocument/2006/relationships/image" Target="../media/image57.emf"/><Relationship Id="rId4" Type="http://schemas.openxmlformats.org/officeDocument/2006/relationships/oleObject" Target="../embeddings/oleObject45.bin"/><Relationship Id="rId3" Type="http://schemas.openxmlformats.org/officeDocument/2006/relationships/image" Target="../media/image56.wmf"/><Relationship Id="rId2" Type="http://schemas.openxmlformats.org/officeDocument/2006/relationships/oleObject" Target="../embeddings/oleObject44.bin"/><Relationship Id="rId11" Type="http://schemas.openxmlformats.org/officeDocument/2006/relationships/vmlDrawing" Target="../drawings/vmlDrawing32.v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8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3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1.wmf"/><Relationship Id="rId4" Type="http://schemas.openxmlformats.org/officeDocument/2006/relationships/oleObject" Target="../embeddings/oleObject49.bin"/><Relationship Id="rId3" Type="http://schemas.openxmlformats.org/officeDocument/2006/relationships/image" Target="../media/image60.wmf"/><Relationship Id="rId2" Type="http://schemas.openxmlformats.org/officeDocument/2006/relationships/oleObject" Target="../embeddings/oleObject48.bin"/><Relationship Id="rId1" Type="http://schemas.openxmlformats.org/officeDocument/2006/relationships/image" Target="../media/image1.jpeg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1.jpeg"/></Relationships>
</file>

<file path=ppt/slides/_rels/slide8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1.jpe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7"/>
          <p:cNvSpPr>
            <a:spLocks noChangeArrowheads="1"/>
          </p:cNvSpPr>
          <p:nvPr/>
        </p:nvSpPr>
        <p:spPr bwMode="auto">
          <a:xfrm>
            <a:off x="381000" y="2197577"/>
            <a:ext cx="8229600" cy="3315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/>
              <a:t>Chapter 6 </a:t>
            </a:r>
            <a:endParaRPr lang="en-US" altLang="en-US" sz="3200" b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200" b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/>
              <a:t>Association Analysis: Advance Concepts</a:t>
            </a:r>
            <a:endParaRPr lang="en-US" altLang="en-US" sz="3200" b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200" b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/>
              <a:t>Introduction to Data Mining</a:t>
            </a:r>
            <a:endParaRPr lang="en-US" altLang="en-US" sz="3200" b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2000" b="0"/>
          </a:p>
        </p:txBody>
      </p:sp>
      <p:sp>
        <p:nvSpPr>
          <p:cNvPr id="4099" name="Rectangle 2056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838200"/>
          </a:xfrm>
          <a:noFill/>
        </p:spPr>
        <p:txBody>
          <a:bodyPr/>
          <a:lstStyle/>
          <a:p>
            <a:pPr algn="ctr"/>
            <a:r>
              <a:rPr lang="en-US" altLang="en-US"/>
              <a:t>Data Mining 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381000" y="2897188"/>
            <a:ext cx="8229600" cy="191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/>
              <a:t>Extensions of Association Analysis to Continuous and Categorical Attributes and Multi-level Rules</a:t>
            </a:r>
            <a:endParaRPr lang="en-US" altLang="en-US" sz="3200" b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2000" b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763000" cy="838200"/>
          </a:xfrm>
          <a:noFill/>
        </p:spPr>
        <p:txBody>
          <a:bodyPr/>
          <a:lstStyle/>
          <a:p>
            <a:pPr algn="ctr"/>
            <a:r>
              <a:rPr lang="en-US" altLang="en-US"/>
              <a:t>Data Mining </a:t>
            </a:r>
            <a:br>
              <a:rPr lang="en-US" altLang="en-US"/>
            </a:br>
            <a:r>
              <a:rPr lang="en-US" altLang="en-US"/>
              <a:t>Association Analysis: Advanced Concepts</a:t>
            </a:r>
            <a:endParaRPr lang="en-US" altLang="en-US"/>
          </a:p>
        </p:txBody>
      </p:sp>
      <p:grpSp>
        <p:nvGrpSpPr>
          <p:cNvPr id="6148" name="Group 4"/>
          <p:cNvGrpSpPr/>
          <p:nvPr/>
        </p:nvGrpSpPr>
        <p:grpSpPr bwMode="auto">
          <a:xfrm>
            <a:off x="304800" y="1066800"/>
            <a:ext cx="8534400" cy="152400"/>
            <a:chOff x="264" y="788"/>
            <a:chExt cx="5232" cy="124"/>
          </a:xfrm>
        </p:grpSpPr>
        <p:sp>
          <p:nvSpPr>
            <p:cNvPr id="6149" name="Rectangle 5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6150" name="Rectangle 6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Continuous and Categorical Attributes</a:t>
            </a:r>
            <a:endParaRPr lang="en-US" altLang="en-US"/>
          </a:p>
        </p:txBody>
      </p:sp>
      <p:sp>
        <p:nvSpPr>
          <p:cNvPr id="8195" name="Text Box 57"/>
          <p:cNvSpPr txBox="1">
            <a:spLocks noChangeArrowheads="1"/>
          </p:cNvSpPr>
          <p:nvPr/>
        </p:nvSpPr>
        <p:spPr bwMode="auto">
          <a:xfrm>
            <a:off x="685800" y="5105400"/>
            <a:ext cx="7696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Example of Association Rule: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/>
              <a:t>       {Gender=Male</a:t>
            </a:r>
            <a:r>
              <a:rPr lang="en-US" altLang="en-US" sz="2000" b="0">
                <a:sym typeface="Symbol" panose="05050102010706020507" pitchFamily="18" charset="2"/>
              </a:rPr>
              <a:t>, Age  [21,30)}  {No of hours online  10}</a:t>
            </a:r>
            <a:endParaRPr lang="en-US" altLang="en-US" sz="2000" b="0">
              <a:sym typeface="Symbol" panose="05050102010706020507" pitchFamily="18" charset="2"/>
            </a:endParaRPr>
          </a:p>
        </p:txBody>
      </p:sp>
      <p:sp>
        <p:nvSpPr>
          <p:cNvPr id="8196" name="Text Box 58"/>
          <p:cNvSpPr txBox="1">
            <a:spLocks noChangeArrowheads="1"/>
          </p:cNvSpPr>
          <p:nvPr/>
        </p:nvSpPr>
        <p:spPr bwMode="auto">
          <a:xfrm>
            <a:off x="685800" y="1127125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How to apply association analysis to non-asymmetric binary variables?</a:t>
            </a:r>
            <a:endParaRPr lang="en-US" altLang="en-US" sz="2000" b="0">
              <a:sym typeface="Symbol" panose="05050102010706020507" pitchFamily="18" charset="2"/>
            </a:endParaRPr>
          </a:p>
        </p:txBody>
      </p:sp>
      <p:pic>
        <p:nvPicPr>
          <p:cNvPr id="8197" name="Picture 59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1600" y="2157413"/>
            <a:ext cx="6477000" cy="274002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Handling Categorical Attributes</a:t>
            </a:r>
            <a:endParaRPr lang="en-US" altLang="en-US"/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Example: Internet Usage Data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lvl="1">
              <a:buFont typeface="Arial" panose="020B0604020202020204" pitchFamily="34" charset="0"/>
              <a:buNone/>
            </a:pPr>
            <a:r>
              <a:rPr lang="en-US" altLang="en-US"/>
              <a:t>{Level of Education=Graduate, </a:t>
            </a:r>
            <a:r>
              <a:rPr lang="en-US" altLang="en-US">
                <a:sym typeface="Symbol" panose="05050102010706020507" pitchFamily="18" charset="2"/>
              </a:rPr>
              <a:t>Online Banking=Yes} </a:t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> {Privacy Concerns = Yes}</a:t>
            </a:r>
            <a:endParaRPr lang="en-US" altLang="en-US">
              <a:sym typeface="Symbol" panose="05050102010706020507" pitchFamily="18" charset="2"/>
            </a:endParaRPr>
          </a:p>
        </p:txBody>
      </p:sp>
      <p:pic>
        <p:nvPicPr>
          <p:cNvPr id="9220" name="Picture 4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1981200"/>
            <a:ext cx="7162800" cy="2420938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Handling Categorical Attributes</a:t>
            </a:r>
            <a:endParaRPr lang="en-US" alt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Introduce a new “item” for each distinct attribute-value pair</a:t>
            </a:r>
            <a:endParaRPr lang="en-US" altLang="en-US"/>
          </a:p>
        </p:txBody>
      </p:sp>
      <p:pic>
        <p:nvPicPr>
          <p:cNvPr id="10244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2590800"/>
            <a:ext cx="7696200" cy="2795588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Handling Categorical Attributes</a:t>
            </a:r>
            <a:endParaRPr lang="en-US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Some attributes can have many possible values</a:t>
            </a:r>
            <a:endParaRPr lang="en-US" altLang="en-US"/>
          </a:p>
          <a:p>
            <a:pPr lvl="1"/>
            <a:r>
              <a:rPr lang="en-US" altLang="en-US"/>
              <a:t> Many of their attribute values have very low support</a:t>
            </a:r>
            <a:endParaRPr lang="en-US" altLang="en-US"/>
          </a:p>
          <a:p>
            <a:pPr lvl="2"/>
            <a:r>
              <a:rPr lang="en-US" altLang="en-US"/>
              <a:t> Potential solution: Aggregate the low-support attribute values</a:t>
            </a:r>
            <a:endParaRPr lang="en-US" altLang="en-US"/>
          </a:p>
        </p:txBody>
      </p:sp>
      <p:pic>
        <p:nvPicPr>
          <p:cNvPr id="11268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7"/>
          <a:stretch>
            <a:fillRect/>
          </a:stretch>
        </p:blipFill>
        <p:spPr>
          <a:xfrm>
            <a:off x="1981200" y="2632075"/>
            <a:ext cx="5181600" cy="369252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Handling Categorical Attributes</a:t>
            </a:r>
            <a:endParaRPr lang="en-US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Distribution of attribute values can be highly skewed</a:t>
            </a:r>
            <a:endParaRPr lang="en-US" altLang="en-US" sz="2400"/>
          </a:p>
          <a:p>
            <a:pPr lvl="1"/>
            <a:r>
              <a:rPr lang="en-US" altLang="en-US" sz="2000"/>
              <a:t>Example: 85% of survey participants own a computer at home</a:t>
            </a:r>
            <a:endParaRPr lang="en-US" altLang="en-US" sz="2000"/>
          </a:p>
          <a:p>
            <a:pPr lvl="2"/>
            <a:r>
              <a:rPr lang="en-US" altLang="en-US" sz="1800"/>
              <a:t> Most records have Computer at home = Yes</a:t>
            </a:r>
            <a:endParaRPr lang="en-US" altLang="en-US" sz="1800"/>
          </a:p>
          <a:p>
            <a:pPr lvl="2"/>
            <a:r>
              <a:rPr lang="en-US" altLang="en-US" sz="1800"/>
              <a:t> Computation becomes expensive; many frequent itemsets involving the binary item (Computer at home = Yes) </a:t>
            </a:r>
            <a:endParaRPr lang="en-US" altLang="en-US" sz="1800"/>
          </a:p>
          <a:p>
            <a:pPr lvl="2"/>
            <a:r>
              <a:rPr lang="en-US" altLang="en-US" sz="1800"/>
              <a:t> Potential solution: </a:t>
            </a:r>
            <a:endParaRPr lang="en-US" altLang="en-US" sz="1800"/>
          </a:p>
          <a:p>
            <a:pPr lvl="3"/>
            <a:r>
              <a:rPr lang="en-US" altLang="en-US" sz="1800"/>
              <a:t>discard the highly frequent items</a:t>
            </a:r>
            <a:endParaRPr lang="en-US" altLang="en-US" sz="1800"/>
          </a:p>
          <a:p>
            <a:pPr lvl="3"/>
            <a:r>
              <a:rPr lang="en-US" altLang="en-US" sz="1800"/>
              <a:t>Use alternative measures such as h-confidence</a:t>
            </a:r>
            <a:endParaRPr lang="en-US" altLang="en-US" sz="1800"/>
          </a:p>
          <a:p>
            <a:r>
              <a:rPr lang="en-US" altLang="en-US" sz="2400"/>
              <a:t>Computational Complexity</a:t>
            </a:r>
            <a:endParaRPr lang="en-US" altLang="en-US" sz="2400"/>
          </a:p>
          <a:p>
            <a:pPr lvl="1"/>
            <a:r>
              <a:rPr lang="en-US" altLang="en-US" sz="2000"/>
              <a:t>Binarizing the data increases the number of items</a:t>
            </a:r>
            <a:endParaRPr lang="en-US" altLang="en-US" sz="2000"/>
          </a:p>
          <a:p>
            <a:pPr lvl="1"/>
            <a:r>
              <a:rPr lang="en-US" altLang="en-US" sz="2000"/>
              <a:t>But the width of the “transactions” remain the same as the number of original (non-binarized) attributes</a:t>
            </a:r>
            <a:endParaRPr lang="en-US" altLang="en-US" sz="2000"/>
          </a:p>
          <a:p>
            <a:pPr lvl="1"/>
            <a:r>
              <a:rPr lang="en-US" altLang="en-US" sz="2000"/>
              <a:t>Produce more frequent itemsets but maximum size of frequent itemset is limited to the number of original attributes</a:t>
            </a:r>
            <a:endParaRPr lang="en-US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Handling Continuous Attributes</a:t>
            </a:r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219200"/>
            <a:ext cx="8318500" cy="5181600"/>
          </a:xfrm>
        </p:spPr>
        <p:txBody>
          <a:bodyPr/>
          <a:lstStyle/>
          <a:p>
            <a:r>
              <a:rPr lang="en-US" altLang="en-US">
                <a:sym typeface="Symbol" panose="05050102010706020507" pitchFamily="18" charset="2"/>
              </a:rPr>
              <a:t>Different methods:</a:t>
            </a:r>
            <a:endParaRPr lang="en-US" altLang="en-US">
              <a:sym typeface="Symbol" panose="05050102010706020507" pitchFamily="18" charset="2"/>
            </a:endParaRPr>
          </a:p>
          <a:p>
            <a:pPr lvl="1"/>
            <a:r>
              <a:rPr lang="en-US" altLang="en-US">
                <a:sym typeface="Symbol" panose="05050102010706020507" pitchFamily="18" charset="2"/>
              </a:rPr>
              <a:t>Discretization-based</a:t>
            </a:r>
            <a:endParaRPr lang="en-US" altLang="en-US">
              <a:sym typeface="Symbol" panose="05050102010706020507" pitchFamily="18" charset="2"/>
            </a:endParaRPr>
          </a:p>
          <a:p>
            <a:pPr lvl="1"/>
            <a:r>
              <a:rPr lang="en-US" altLang="en-US">
                <a:sym typeface="Symbol" panose="05050102010706020507" pitchFamily="18" charset="2"/>
              </a:rPr>
              <a:t>Statistics-based</a:t>
            </a:r>
            <a:endParaRPr lang="en-US" altLang="en-US">
              <a:sym typeface="Symbol" panose="05050102010706020507" pitchFamily="18" charset="2"/>
            </a:endParaRPr>
          </a:p>
          <a:p>
            <a:pPr lvl="1"/>
            <a:r>
              <a:rPr lang="en-US" altLang="en-US">
                <a:sym typeface="Symbol" panose="05050102010706020507" pitchFamily="18" charset="2"/>
              </a:rPr>
              <a:t>Non-discretization based</a:t>
            </a:r>
            <a:endParaRPr lang="en-US" altLang="en-US">
              <a:sym typeface="Symbol" panose="05050102010706020507" pitchFamily="18" charset="2"/>
            </a:endParaRPr>
          </a:p>
          <a:p>
            <a:pPr lvl="2"/>
            <a:r>
              <a:rPr lang="en-US" altLang="en-US">
                <a:sym typeface="Symbol" panose="05050102010706020507" pitchFamily="18" charset="2"/>
              </a:rPr>
              <a:t> minApriori</a:t>
            </a:r>
            <a:endParaRPr lang="en-US" altLang="en-US">
              <a:sym typeface="Symbol" panose="05050102010706020507" pitchFamily="18" charset="2"/>
            </a:endParaRPr>
          </a:p>
          <a:p>
            <a:pPr lvl="2"/>
            <a:endParaRPr lang="en-US" altLang="en-US">
              <a:sym typeface="Symbol" panose="05050102010706020507" pitchFamily="18" charset="2"/>
            </a:endParaRPr>
          </a:p>
          <a:p>
            <a:r>
              <a:rPr lang="en-US" altLang="en-US"/>
              <a:t>Different kinds of rules can be produced:</a:t>
            </a:r>
            <a:endParaRPr lang="en-US" altLang="en-US"/>
          </a:p>
          <a:p>
            <a:pPr lvl="1"/>
            <a:r>
              <a:rPr lang="en-US" altLang="en-US"/>
              <a:t>{Age</a:t>
            </a:r>
            <a:r>
              <a:rPr lang="en-US" altLang="en-US">
                <a:sym typeface="Symbol" panose="05050102010706020507" pitchFamily="18" charset="2"/>
              </a:rPr>
              <a:t>[21,30), No of hours online[10,20)}</a:t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> {Chat Online =Yes}</a:t>
            </a:r>
            <a:endParaRPr lang="en-US" altLang="en-US">
              <a:sym typeface="Symbol" panose="05050102010706020507" pitchFamily="18" charset="2"/>
            </a:endParaRPr>
          </a:p>
          <a:p>
            <a:pPr lvl="1"/>
            <a:r>
              <a:rPr lang="en-US" altLang="en-US">
                <a:sym typeface="Symbol" panose="05050102010706020507" pitchFamily="18" charset="2"/>
              </a:rPr>
              <a:t>{Age[15,30), Covid-Positive = Yes}</a:t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> Full_recovery </a:t>
            </a:r>
            <a:endParaRPr lang="en-US" altLang="en-US">
              <a:sym typeface="Symbol" panose="05050102010706020507" pitchFamily="18" charset="2"/>
            </a:endParaRPr>
          </a:p>
          <a:p>
            <a:pPr lvl="2"/>
            <a:endParaRPr lang="en-US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Discretization-based Methods</a:t>
            </a:r>
            <a:endParaRPr lang="en-US" altLang="en-US"/>
          </a:p>
        </p:txBody>
      </p:sp>
      <p:pic>
        <p:nvPicPr>
          <p:cNvPr id="14339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143000"/>
            <a:ext cx="5599113" cy="2368550"/>
          </a:xfrm>
          <a:noFill/>
        </p:spPr>
      </p:pic>
      <p:pic>
        <p:nvPicPr>
          <p:cNvPr id="14340" name="Picture 6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3886200"/>
            <a:ext cx="5800725" cy="2303463"/>
          </a:xfrm>
          <a:noFill/>
        </p:spPr>
      </p:pic>
      <p:sp>
        <p:nvSpPr>
          <p:cNvPr id="14341" name="AutoShape 8"/>
          <p:cNvSpPr>
            <a:spLocks noChangeArrowheads="1"/>
          </p:cNvSpPr>
          <p:nvPr/>
        </p:nvSpPr>
        <p:spPr bwMode="auto">
          <a:xfrm>
            <a:off x="762000" y="2667000"/>
            <a:ext cx="990600" cy="2133600"/>
          </a:xfrm>
          <a:prstGeom prst="curvedRightArrow">
            <a:avLst>
              <a:gd name="adj1" fmla="val 43077"/>
              <a:gd name="adj2" fmla="val 86154"/>
              <a:gd name="adj3" fmla="val 33333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Discretization-based Methods</a:t>
            </a:r>
            <a:endParaRPr lang="en-US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Unsupervised:</a:t>
            </a:r>
            <a:endParaRPr lang="en-US" altLang="en-US"/>
          </a:p>
          <a:p>
            <a:pPr lvl="1"/>
            <a:r>
              <a:rPr lang="en-US" altLang="en-US"/>
              <a:t>Equal-width binning</a:t>
            </a:r>
            <a:endParaRPr lang="en-US" altLang="en-US"/>
          </a:p>
          <a:p>
            <a:pPr lvl="1"/>
            <a:r>
              <a:rPr lang="en-US" altLang="en-US"/>
              <a:t>Equal-depth binning</a:t>
            </a:r>
            <a:endParaRPr lang="en-US" altLang="en-US"/>
          </a:p>
          <a:p>
            <a:pPr lvl="1"/>
            <a:r>
              <a:rPr lang="en-US" altLang="en-US"/>
              <a:t>Cluster-based</a:t>
            </a:r>
            <a:endParaRPr lang="en-US" altLang="en-US"/>
          </a:p>
          <a:p>
            <a:pPr lvl="1"/>
            <a:endParaRPr lang="en-US" altLang="en-US"/>
          </a:p>
          <a:p>
            <a:r>
              <a:rPr lang="en-US" altLang="en-US"/>
              <a:t>Supervised discretization</a:t>
            </a:r>
            <a:endParaRPr lang="en-US" altLang="en-US"/>
          </a:p>
          <a:p>
            <a:endParaRPr lang="en-US" altLang="en-US"/>
          </a:p>
        </p:txBody>
      </p:sp>
      <p:sp>
        <p:nvSpPr>
          <p:cNvPr id="15364" name="Rectangle 72"/>
          <p:cNvSpPr>
            <a:spLocks noChangeArrowheads="1"/>
          </p:cNvSpPr>
          <p:nvPr/>
        </p:nvSpPr>
        <p:spPr bwMode="auto">
          <a:xfrm>
            <a:off x="8077200" y="5346700"/>
            <a:ext cx="6096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100</a:t>
            </a:r>
            <a:endParaRPr lang="en-US" altLang="en-US" sz="1800" b="0"/>
          </a:p>
        </p:txBody>
      </p:sp>
      <p:sp>
        <p:nvSpPr>
          <p:cNvPr id="15365" name="Rectangle 73"/>
          <p:cNvSpPr>
            <a:spLocks noChangeArrowheads="1"/>
          </p:cNvSpPr>
          <p:nvPr/>
        </p:nvSpPr>
        <p:spPr bwMode="auto">
          <a:xfrm>
            <a:off x="7467600" y="5346700"/>
            <a:ext cx="6096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150</a:t>
            </a:r>
            <a:endParaRPr lang="en-US" altLang="en-US" sz="1800" b="0"/>
          </a:p>
        </p:txBody>
      </p:sp>
      <p:sp>
        <p:nvSpPr>
          <p:cNvPr id="15366" name="Rectangle 74"/>
          <p:cNvSpPr>
            <a:spLocks noChangeArrowheads="1"/>
          </p:cNvSpPr>
          <p:nvPr/>
        </p:nvSpPr>
        <p:spPr bwMode="auto">
          <a:xfrm>
            <a:off x="6858000" y="5346700"/>
            <a:ext cx="6096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100</a:t>
            </a:r>
            <a:endParaRPr lang="en-US" altLang="en-US" sz="1800" b="0"/>
          </a:p>
        </p:txBody>
      </p:sp>
      <p:sp>
        <p:nvSpPr>
          <p:cNvPr id="15367" name="Rectangle 75"/>
          <p:cNvSpPr>
            <a:spLocks noChangeArrowheads="1"/>
          </p:cNvSpPr>
          <p:nvPr/>
        </p:nvSpPr>
        <p:spPr bwMode="auto">
          <a:xfrm>
            <a:off x="6248400" y="5346700"/>
            <a:ext cx="6096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100</a:t>
            </a:r>
            <a:endParaRPr lang="en-US" altLang="en-US" sz="1800" b="0"/>
          </a:p>
        </p:txBody>
      </p:sp>
      <p:sp>
        <p:nvSpPr>
          <p:cNvPr id="15368" name="Rectangle 76"/>
          <p:cNvSpPr>
            <a:spLocks noChangeArrowheads="1"/>
          </p:cNvSpPr>
          <p:nvPr/>
        </p:nvSpPr>
        <p:spPr bwMode="auto">
          <a:xfrm>
            <a:off x="5638800" y="5346700"/>
            <a:ext cx="6096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0</a:t>
            </a:r>
            <a:endParaRPr lang="en-US" altLang="en-US" sz="1800" b="0"/>
          </a:p>
        </p:txBody>
      </p:sp>
      <p:sp>
        <p:nvSpPr>
          <p:cNvPr id="15369" name="Rectangle 77"/>
          <p:cNvSpPr>
            <a:spLocks noChangeArrowheads="1"/>
          </p:cNvSpPr>
          <p:nvPr/>
        </p:nvSpPr>
        <p:spPr bwMode="auto">
          <a:xfrm>
            <a:off x="5029200" y="5346700"/>
            <a:ext cx="6096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0</a:t>
            </a:r>
            <a:endParaRPr lang="en-US" altLang="en-US" sz="1800" b="0"/>
          </a:p>
        </p:txBody>
      </p:sp>
      <p:sp>
        <p:nvSpPr>
          <p:cNvPr id="15370" name="Rectangle 78"/>
          <p:cNvSpPr>
            <a:spLocks noChangeArrowheads="1"/>
          </p:cNvSpPr>
          <p:nvPr/>
        </p:nvSpPr>
        <p:spPr bwMode="auto">
          <a:xfrm>
            <a:off x="4419600" y="5346700"/>
            <a:ext cx="6096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0</a:t>
            </a:r>
            <a:endParaRPr lang="en-US" altLang="en-US" sz="1800" b="0"/>
          </a:p>
        </p:txBody>
      </p:sp>
      <p:sp>
        <p:nvSpPr>
          <p:cNvPr id="15371" name="Rectangle 79"/>
          <p:cNvSpPr>
            <a:spLocks noChangeArrowheads="1"/>
          </p:cNvSpPr>
          <p:nvPr/>
        </p:nvSpPr>
        <p:spPr bwMode="auto">
          <a:xfrm>
            <a:off x="3810000" y="5346700"/>
            <a:ext cx="6096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100</a:t>
            </a:r>
            <a:endParaRPr lang="en-US" altLang="en-US" sz="1800" b="0"/>
          </a:p>
        </p:txBody>
      </p:sp>
      <p:sp>
        <p:nvSpPr>
          <p:cNvPr id="15372" name="Rectangle 80"/>
          <p:cNvSpPr>
            <a:spLocks noChangeArrowheads="1"/>
          </p:cNvSpPr>
          <p:nvPr/>
        </p:nvSpPr>
        <p:spPr bwMode="auto">
          <a:xfrm>
            <a:off x="3190875" y="5346700"/>
            <a:ext cx="6191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150</a:t>
            </a:r>
            <a:endParaRPr lang="en-US" altLang="en-US" sz="1800" b="0"/>
          </a:p>
        </p:txBody>
      </p:sp>
      <p:sp>
        <p:nvSpPr>
          <p:cNvPr id="15373" name="Rectangle 81"/>
          <p:cNvSpPr>
            <a:spLocks noChangeArrowheads="1"/>
          </p:cNvSpPr>
          <p:nvPr/>
        </p:nvSpPr>
        <p:spPr bwMode="auto">
          <a:xfrm>
            <a:off x="8077200" y="4973638"/>
            <a:ext cx="609600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0</a:t>
            </a:r>
            <a:endParaRPr lang="en-US" altLang="en-US" sz="1800" b="0"/>
          </a:p>
        </p:txBody>
      </p:sp>
      <p:sp>
        <p:nvSpPr>
          <p:cNvPr id="15374" name="Rectangle 82"/>
          <p:cNvSpPr>
            <a:spLocks noChangeArrowheads="1"/>
          </p:cNvSpPr>
          <p:nvPr/>
        </p:nvSpPr>
        <p:spPr bwMode="auto">
          <a:xfrm>
            <a:off x="7467600" y="4973638"/>
            <a:ext cx="609600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0</a:t>
            </a:r>
            <a:endParaRPr lang="en-US" altLang="en-US" sz="1800" b="0"/>
          </a:p>
        </p:txBody>
      </p:sp>
      <p:sp>
        <p:nvSpPr>
          <p:cNvPr id="15375" name="Rectangle 83"/>
          <p:cNvSpPr>
            <a:spLocks noChangeArrowheads="1"/>
          </p:cNvSpPr>
          <p:nvPr/>
        </p:nvSpPr>
        <p:spPr bwMode="auto">
          <a:xfrm>
            <a:off x="6858000" y="4973638"/>
            <a:ext cx="609600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0</a:t>
            </a:r>
            <a:endParaRPr lang="en-US" altLang="en-US" sz="1800" b="0"/>
          </a:p>
        </p:txBody>
      </p:sp>
      <p:sp>
        <p:nvSpPr>
          <p:cNvPr id="15376" name="Rectangle 84"/>
          <p:cNvSpPr>
            <a:spLocks noChangeArrowheads="1"/>
          </p:cNvSpPr>
          <p:nvPr/>
        </p:nvSpPr>
        <p:spPr bwMode="auto">
          <a:xfrm>
            <a:off x="6248400" y="4973638"/>
            <a:ext cx="609600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0</a:t>
            </a:r>
            <a:endParaRPr lang="en-US" altLang="en-US" sz="1800" b="0"/>
          </a:p>
        </p:txBody>
      </p:sp>
      <p:sp>
        <p:nvSpPr>
          <p:cNvPr id="15377" name="Rectangle 85"/>
          <p:cNvSpPr>
            <a:spLocks noChangeArrowheads="1"/>
          </p:cNvSpPr>
          <p:nvPr/>
        </p:nvSpPr>
        <p:spPr bwMode="auto">
          <a:xfrm>
            <a:off x="5638800" y="4973638"/>
            <a:ext cx="609600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20</a:t>
            </a:r>
            <a:endParaRPr lang="en-US" altLang="en-US" sz="1800" b="0"/>
          </a:p>
        </p:txBody>
      </p:sp>
      <p:sp>
        <p:nvSpPr>
          <p:cNvPr id="15378" name="Rectangle 86"/>
          <p:cNvSpPr>
            <a:spLocks noChangeArrowheads="1"/>
          </p:cNvSpPr>
          <p:nvPr/>
        </p:nvSpPr>
        <p:spPr bwMode="auto">
          <a:xfrm>
            <a:off x="5029200" y="4973638"/>
            <a:ext cx="609600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10</a:t>
            </a:r>
            <a:endParaRPr lang="en-US" altLang="en-US" sz="1800" b="0"/>
          </a:p>
        </p:txBody>
      </p:sp>
      <p:sp>
        <p:nvSpPr>
          <p:cNvPr id="15379" name="Rectangle 87"/>
          <p:cNvSpPr>
            <a:spLocks noChangeArrowheads="1"/>
          </p:cNvSpPr>
          <p:nvPr/>
        </p:nvSpPr>
        <p:spPr bwMode="auto">
          <a:xfrm>
            <a:off x="4419600" y="4973638"/>
            <a:ext cx="609600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20</a:t>
            </a:r>
            <a:endParaRPr lang="en-US" altLang="en-US" sz="1800" b="0"/>
          </a:p>
        </p:txBody>
      </p:sp>
      <p:sp>
        <p:nvSpPr>
          <p:cNvPr id="15380" name="Rectangle 88"/>
          <p:cNvSpPr>
            <a:spLocks noChangeArrowheads="1"/>
          </p:cNvSpPr>
          <p:nvPr/>
        </p:nvSpPr>
        <p:spPr bwMode="auto">
          <a:xfrm>
            <a:off x="3810000" y="4973638"/>
            <a:ext cx="609600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0</a:t>
            </a:r>
            <a:endParaRPr lang="en-US" altLang="en-US" sz="1800" b="0"/>
          </a:p>
        </p:txBody>
      </p:sp>
      <p:sp>
        <p:nvSpPr>
          <p:cNvPr id="15381" name="Rectangle 89"/>
          <p:cNvSpPr>
            <a:spLocks noChangeArrowheads="1"/>
          </p:cNvSpPr>
          <p:nvPr/>
        </p:nvSpPr>
        <p:spPr bwMode="auto">
          <a:xfrm>
            <a:off x="3190875" y="4973638"/>
            <a:ext cx="619125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0</a:t>
            </a:r>
            <a:endParaRPr lang="en-US" altLang="en-US" sz="1800" b="0"/>
          </a:p>
        </p:txBody>
      </p:sp>
      <p:sp>
        <p:nvSpPr>
          <p:cNvPr id="15382" name="Rectangle 90"/>
          <p:cNvSpPr>
            <a:spLocks noChangeArrowheads="1"/>
          </p:cNvSpPr>
          <p:nvPr/>
        </p:nvSpPr>
        <p:spPr bwMode="auto">
          <a:xfrm>
            <a:off x="8077200" y="4486275"/>
            <a:ext cx="609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b="0" baseline="-25000"/>
              <a:t>9</a:t>
            </a:r>
            <a:endParaRPr lang="en-US" altLang="en-US" b="0" baseline="-25000"/>
          </a:p>
        </p:txBody>
      </p:sp>
      <p:sp>
        <p:nvSpPr>
          <p:cNvPr id="15383" name="Rectangle 91"/>
          <p:cNvSpPr>
            <a:spLocks noChangeArrowheads="1"/>
          </p:cNvSpPr>
          <p:nvPr/>
        </p:nvSpPr>
        <p:spPr bwMode="auto">
          <a:xfrm>
            <a:off x="7467600" y="4486275"/>
            <a:ext cx="609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b="0" baseline="-25000"/>
              <a:t>8</a:t>
            </a:r>
            <a:endParaRPr lang="en-US" altLang="en-US" b="0" baseline="-25000"/>
          </a:p>
        </p:txBody>
      </p:sp>
      <p:sp>
        <p:nvSpPr>
          <p:cNvPr id="15384" name="Rectangle 92"/>
          <p:cNvSpPr>
            <a:spLocks noChangeArrowheads="1"/>
          </p:cNvSpPr>
          <p:nvPr/>
        </p:nvSpPr>
        <p:spPr bwMode="auto">
          <a:xfrm>
            <a:off x="6858000" y="4486275"/>
            <a:ext cx="609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b="0" baseline="-25000"/>
              <a:t>7</a:t>
            </a:r>
            <a:endParaRPr lang="en-US" altLang="en-US" b="0" baseline="-25000"/>
          </a:p>
        </p:txBody>
      </p:sp>
      <p:sp>
        <p:nvSpPr>
          <p:cNvPr id="15385" name="Rectangle 93"/>
          <p:cNvSpPr>
            <a:spLocks noChangeArrowheads="1"/>
          </p:cNvSpPr>
          <p:nvPr/>
        </p:nvSpPr>
        <p:spPr bwMode="auto">
          <a:xfrm>
            <a:off x="6248400" y="4475163"/>
            <a:ext cx="6096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b="0" baseline="-25000"/>
              <a:t>6</a:t>
            </a:r>
            <a:endParaRPr lang="en-US" altLang="en-US" b="0" baseline="-25000"/>
          </a:p>
        </p:txBody>
      </p:sp>
      <p:sp>
        <p:nvSpPr>
          <p:cNvPr id="15386" name="Rectangle 94"/>
          <p:cNvSpPr>
            <a:spLocks noChangeArrowheads="1"/>
          </p:cNvSpPr>
          <p:nvPr/>
        </p:nvSpPr>
        <p:spPr bwMode="auto">
          <a:xfrm>
            <a:off x="5638800" y="4486275"/>
            <a:ext cx="609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b="0" baseline="-25000"/>
              <a:t>5</a:t>
            </a:r>
            <a:endParaRPr lang="en-US" altLang="en-US" b="0" baseline="-25000"/>
          </a:p>
        </p:txBody>
      </p:sp>
      <p:sp>
        <p:nvSpPr>
          <p:cNvPr id="15387" name="Rectangle 95"/>
          <p:cNvSpPr>
            <a:spLocks noChangeArrowheads="1"/>
          </p:cNvSpPr>
          <p:nvPr/>
        </p:nvSpPr>
        <p:spPr bwMode="auto">
          <a:xfrm>
            <a:off x="5029200" y="4486275"/>
            <a:ext cx="609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b="0" baseline="-25000"/>
              <a:t>4</a:t>
            </a:r>
            <a:endParaRPr lang="en-US" altLang="en-US" b="0" baseline="-25000"/>
          </a:p>
        </p:txBody>
      </p:sp>
      <p:sp>
        <p:nvSpPr>
          <p:cNvPr id="15388" name="Rectangle 96"/>
          <p:cNvSpPr>
            <a:spLocks noChangeArrowheads="1"/>
          </p:cNvSpPr>
          <p:nvPr/>
        </p:nvSpPr>
        <p:spPr bwMode="auto">
          <a:xfrm>
            <a:off x="4419600" y="4486275"/>
            <a:ext cx="609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b="0" baseline="-25000"/>
              <a:t>3</a:t>
            </a:r>
            <a:endParaRPr lang="en-US" altLang="en-US" b="0" baseline="-25000"/>
          </a:p>
        </p:txBody>
      </p:sp>
      <p:sp>
        <p:nvSpPr>
          <p:cNvPr id="15389" name="Rectangle 97"/>
          <p:cNvSpPr>
            <a:spLocks noChangeArrowheads="1"/>
          </p:cNvSpPr>
          <p:nvPr/>
        </p:nvSpPr>
        <p:spPr bwMode="auto">
          <a:xfrm>
            <a:off x="3810000" y="4486275"/>
            <a:ext cx="609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b="0" baseline="-25000"/>
              <a:t>2</a:t>
            </a:r>
            <a:endParaRPr lang="en-US" altLang="en-US" b="0" baseline="-25000"/>
          </a:p>
        </p:txBody>
      </p:sp>
      <p:sp>
        <p:nvSpPr>
          <p:cNvPr id="15390" name="Rectangle 98"/>
          <p:cNvSpPr>
            <a:spLocks noChangeArrowheads="1"/>
          </p:cNvSpPr>
          <p:nvPr/>
        </p:nvSpPr>
        <p:spPr bwMode="auto">
          <a:xfrm>
            <a:off x="3190875" y="4486275"/>
            <a:ext cx="6191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b="0" baseline="-25000"/>
              <a:t>1</a:t>
            </a:r>
            <a:endParaRPr lang="en-US" altLang="en-US" sz="2000" b="0" baseline="-25000"/>
          </a:p>
        </p:txBody>
      </p:sp>
      <p:sp>
        <p:nvSpPr>
          <p:cNvPr id="15391" name="Line 100"/>
          <p:cNvSpPr>
            <a:spLocks noChangeShapeType="1"/>
          </p:cNvSpPr>
          <p:nvPr/>
        </p:nvSpPr>
        <p:spPr bwMode="auto">
          <a:xfrm flipV="1">
            <a:off x="914400" y="4486275"/>
            <a:ext cx="7772400" cy="952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2" name="Line 101"/>
          <p:cNvSpPr>
            <a:spLocks noChangeShapeType="1"/>
          </p:cNvSpPr>
          <p:nvPr/>
        </p:nvSpPr>
        <p:spPr bwMode="auto">
          <a:xfrm>
            <a:off x="914400" y="4953000"/>
            <a:ext cx="7772400" cy="206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3" name="Line 102"/>
          <p:cNvSpPr>
            <a:spLocks noChangeShapeType="1"/>
          </p:cNvSpPr>
          <p:nvPr/>
        </p:nvSpPr>
        <p:spPr bwMode="auto">
          <a:xfrm>
            <a:off x="914400" y="5334000"/>
            <a:ext cx="7772400" cy="12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4" name="Line 103"/>
          <p:cNvSpPr>
            <a:spLocks noChangeShapeType="1"/>
          </p:cNvSpPr>
          <p:nvPr/>
        </p:nvSpPr>
        <p:spPr bwMode="auto">
          <a:xfrm>
            <a:off x="914400" y="5715000"/>
            <a:ext cx="7772400" cy="31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5" name="Line 105"/>
          <p:cNvSpPr>
            <a:spLocks noChangeShapeType="1"/>
          </p:cNvSpPr>
          <p:nvPr/>
        </p:nvSpPr>
        <p:spPr bwMode="auto">
          <a:xfrm>
            <a:off x="3810000" y="4486275"/>
            <a:ext cx="0" cy="1231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6" name="Line 106"/>
          <p:cNvSpPr>
            <a:spLocks noChangeShapeType="1"/>
          </p:cNvSpPr>
          <p:nvPr/>
        </p:nvSpPr>
        <p:spPr bwMode="auto">
          <a:xfrm>
            <a:off x="4419600" y="4486275"/>
            <a:ext cx="0" cy="1231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7" name="Line 107"/>
          <p:cNvSpPr>
            <a:spLocks noChangeShapeType="1"/>
          </p:cNvSpPr>
          <p:nvPr/>
        </p:nvSpPr>
        <p:spPr bwMode="auto">
          <a:xfrm>
            <a:off x="5029200" y="4486275"/>
            <a:ext cx="0" cy="1231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8" name="Line 108"/>
          <p:cNvSpPr>
            <a:spLocks noChangeShapeType="1"/>
          </p:cNvSpPr>
          <p:nvPr/>
        </p:nvSpPr>
        <p:spPr bwMode="auto">
          <a:xfrm>
            <a:off x="5638800" y="4486275"/>
            <a:ext cx="0" cy="1231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9" name="Line 109"/>
          <p:cNvSpPr>
            <a:spLocks noChangeShapeType="1"/>
          </p:cNvSpPr>
          <p:nvPr/>
        </p:nvSpPr>
        <p:spPr bwMode="auto">
          <a:xfrm>
            <a:off x="6248400" y="4486275"/>
            <a:ext cx="0" cy="1231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0" name="Line 110"/>
          <p:cNvSpPr>
            <a:spLocks noChangeShapeType="1"/>
          </p:cNvSpPr>
          <p:nvPr/>
        </p:nvSpPr>
        <p:spPr bwMode="auto">
          <a:xfrm>
            <a:off x="6858000" y="4486275"/>
            <a:ext cx="0" cy="1231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1" name="Line 111"/>
          <p:cNvSpPr>
            <a:spLocks noChangeShapeType="1"/>
          </p:cNvSpPr>
          <p:nvPr/>
        </p:nvSpPr>
        <p:spPr bwMode="auto">
          <a:xfrm>
            <a:off x="7467600" y="4486275"/>
            <a:ext cx="0" cy="1231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2" name="Line 112"/>
          <p:cNvSpPr>
            <a:spLocks noChangeShapeType="1"/>
          </p:cNvSpPr>
          <p:nvPr/>
        </p:nvSpPr>
        <p:spPr bwMode="auto">
          <a:xfrm>
            <a:off x="8077200" y="4486275"/>
            <a:ext cx="0" cy="1231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3" name="Rectangle 70"/>
          <p:cNvSpPr>
            <a:spLocks noChangeArrowheads="1"/>
          </p:cNvSpPr>
          <p:nvPr/>
        </p:nvSpPr>
        <p:spPr bwMode="auto">
          <a:xfrm>
            <a:off x="914400" y="5346700"/>
            <a:ext cx="22764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Chat Online = No</a:t>
            </a:r>
            <a:endParaRPr lang="en-US" altLang="en-US" sz="1800" b="0"/>
          </a:p>
        </p:txBody>
      </p:sp>
      <p:sp>
        <p:nvSpPr>
          <p:cNvPr id="15404" name="Rectangle 71"/>
          <p:cNvSpPr>
            <a:spLocks noChangeArrowheads="1"/>
          </p:cNvSpPr>
          <p:nvPr/>
        </p:nvSpPr>
        <p:spPr bwMode="auto">
          <a:xfrm>
            <a:off x="914400" y="4973638"/>
            <a:ext cx="2276475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800" b="0"/>
              <a:t>Chat Online = Yes</a:t>
            </a:r>
            <a:endParaRPr lang="en-US" altLang="en-US" sz="1800" b="0"/>
          </a:p>
        </p:txBody>
      </p:sp>
      <p:sp>
        <p:nvSpPr>
          <p:cNvPr id="15405" name="Rectangle 99"/>
          <p:cNvSpPr>
            <a:spLocks noChangeArrowheads="1"/>
          </p:cNvSpPr>
          <p:nvPr/>
        </p:nvSpPr>
        <p:spPr bwMode="auto">
          <a:xfrm>
            <a:off x="914400" y="4486275"/>
            <a:ext cx="227647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endParaRPr lang="en-US" altLang="en-US" sz="2000" b="0" baseline="-10000"/>
          </a:p>
        </p:txBody>
      </p:sp>
      <p:sp>
        <p:nvSpPr>
          <p:cNvPr id="15406" name="Line 104"/>
          <p:cNvSpPr>
            <a:spLocks noChangeShapeType="1"/>
          </p:cNvSpPr>
          <p:nvPr/>
        </p:nvSpPr>
        <p:spPr bwMode="auto">
          <a:xfrm>
            <a:off x="3190875" y="4486275"/>
            <a:ext cx="0" cy="1231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7" name="Line 113"/>
          <p:cNvSpPr>
            <a:spLocks noChangeShapeType="1"/>
          </p:cNvSpPr>
          <p:nvPr/>
        </p:nvSpPr>
        <p:spPr bwMode="auto">
          <a:xfrm>
            <a:off x="914400" y="4973638"/>
            <a:ext cx="0" cy="3730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8" name="Line 114"/>
          <p:cNvSpPr>
            <a:spLocks noChangeShapeType="1"/>
          </p:cNvSpPr>
          <p:nvPr/>
        </p:nvSpPr>
        <p:spPr bwMode="auto">
          <a:xfrm>
            <a:off x="914400" y="4486275"/>
            <a:ext cx="0" cy="48736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9" name="Line 115"/>
          <p:cNvSpPr>
            <a:spLocks noChangeShapeType="1"/>
          </p:cNvSpPr>
          <p:nvPr/>
        </p:nvSpPr>
        <p:spPr bwMode="auto">
          <a:xfrm>
            <a:off x="914400" y="5346700"/>
            <a:ext cx="0" cy="3714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0" name="Line 116"/>
          <p:cNvSpPr>
            <a:spLocks noChangeShapeType="1"/>
          </p:cNvSpPr>
          <p:nvPr/>
        </p:nvSpPr>
        <p:spPr bwMode="auto">
          <a:xfrm>
            <a:off x="8686800" y="4973638"/>
            <a:ext cx="0" cy="3730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1" name="Line 117"/>
          <p:cNvSpPr>
            <a:spLocks noChangeShapeType="1"/>
          </p:cNvSpPr>
          <p:nvPr/>
        </p:nvSpPr>
        <p:spPr bwMode="auto">
          <a:xfrm>
            <a:off x="8686800" y="4486275"/>
            <a:ext cx="0" cy="48736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2" name="Line 118"/>
          <p:cNvSpPr>
            <a:spLocks noChangeShapeType="1"/>
          </p:cNvSpPr>
          <p:nvPr/>
        </p:nvSpPr>
        <p:spPr bwMode="auto">
          <a:xfrm>
            <a:off x="8686800" y="5346700"/>
            <a:ext cx="0" cy="3714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3" name="AutoShape 119"/>
          <p:cNvSpPr/>
          <p:nvPr/>
        </p:nvSpPr>
        <p:spPr bwMode="auto">
          <a:xfrm rot="-5400000">
            <a:off x="3708400" y="5305425"/>
            <a:ext cx="212725" cy="1216025"/>
          </a:xfrm>
          <a:prstGeom prst="leftBrace">
            <a:avLst>
              <a:gd name="adj1" fmla="val 4763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414" name="AutoShape 120"/>
          <p:cNvSpPr/>
          <p:nvPr/>
        </p:nvSpPr>
        <p:spPr bwMode="auto">
          <a:xfrm rot="-5400000">
            <a:off x="7348538" y="4667250"/>
            <a:ext cx="212725" cy="2422525"/>
          </a:xfrm>
          <a:prstGeom prst="leftBrace">
            <a:avLst>
              <a:gd name="adj1" fmla="val 949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415" name="AutoShape 121"/>
          <p:cNvSpPr/>
          <p:nvPr/>
        </p:nvSpPr>
        <p:spPr bwMode="auto">
          <a:xfrm rot="-5400000">
            <a:off x="5236369" y="5004594"/>
            <a:ext cx="212725" cy="1801813"/>
          </a:xfrm>
          <a:prstGeom prst="leftBrace">
            <a:avLst>
              <a:gd name="adj1" fmla="val 70585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5416" name="Text Box 122"/>
          <p:cNvSpPr txBox="1">
            <a:spLocks noChangeArrowheads="1"/>
          </p:cNvSpPr>
          <p:nvPr/>
        </p:nvSpPr>
        <p:spPr bwMode="auto">
          <a:xfrm>
            <a:off x="3540125" y="5927725"/>
            <a:ext cx="8429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bin</a:t>
            </a:r>
            <a:r>
              <a:rPr lang="en-US" altLang="en-US" sz="2400" b="0" baseline="-10000">
                <a:latin typeface="Times New Roman" panose="02020603050405020304" pitchFamily="18" charset="0"/>
              </a:rPr>
              <a:t>1</a:t>
            </a:r>
            <a:endParaRPr lang="en-US" altLang="en-US" sz="2400" b="0" baseline="-10000">
              <a:latin typeface="Times New Roman" panose="02020603050405020304" pitchFamily="18" charset="0"/>
            </a:endParaRPr>
          </a:p>
        </p:txBody>
      </p:sp>
      <p:sp>
        <p:nvSpPr>
          <p:cNvPr id="15417" name="Text Box 123"/>
          <p:cNvSpPr txBox="1">
            <a:spLocks noChangeArrowheads="1"/>
          </p:cNvSpPr>
          <p:nvPr/>
        </p:nvSpPr>
        <p:spPr bwMode="auto">
          <a:xfrm>
            <a:off x="7170738" y="5919788"/>
            <a:ext cx="842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bin</a:t>
            </a:r>
            <a:r>
              <a:rPr lang="en-US" altLang="en-US" sz="2400" b="0" baseline="-10000">
                <a:latin typeface="Times New Roman" panose="02020603050405020304" pitchFamily="18" charset="0"/>
              </a:rPr>
              <a:t>3</a:t>
            </a:r>
            <a:endParaRPr lang="en-US" altLang="en-US" sz="2400" b="0" baseline="-10000">
              <a:latin typeface="Times New Roman" panose="02020603050405020304" pitchFamily="18" charset="0"/>
            </a:endParaRPr>
          </a:p>
        </p:txBody>
      </p:sp>
      <p:sp>
        <p:nvSpPr>
          <p:cNvPr id="15418" name="Text Box 124"/>
          <p:cNvSpPr txBox="1">
            <a:spLocks noChangeArrowheads="1"/>
          </p:cNvSpPr>
          <p:nvPr/>
        </p:nvSpPr>
        <p:spPr bwMode="auto">
          <a:xfrm>
            <a:off x="5054600" y="5927725"/>
            <a:ext cx="8429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bin</a:t>
            </a:r>
            <a:r>
              <a:rPr lang="en-US" altLang="en-US" sz="2400" b="0" baseline="-10000">
                <a:latin typeface="Times New Roman" panose="02020603050405020304" pitchFamily="18" charset="0"/>
              </a:rPr>
              <a:t>2</a:t>
            </a:r>
            <a:endParaRPr lang="en-US" altLang="en-US" sz="2400" b="0" baseline="-10000">
              <a:latin typeface="Times New Roman" panose="02020603050405020304" pitchFamily="18" charset="0"/>
            </a:endParaRPr>
          </a:p>
        </p:txBody>
      </p:sp>
      <p:sp>
        <p:nvSpPr>
          <p:cNvPr id="15419" name="Text Box 125"/>
          <p:cNvSpPr txBox="1">
            <a:spLocks noChangeArrowheads="1"/>
          </p:cNvSpPr>
          <p:nvPr/>
        </p:nvSpPr>
        <p:spPr bwMode="auto">
          <a:xfrm>
            <a:off x="4343400" y="4114800"/>
            <a:ext cx="3581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/>
              <a:t>Continuous attribute, v</a:t>
            </a:r>
            <a:endParaRPr lang="en-US" altLang="en-US" sz="2000" b="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4414838" y="1641475"/>
            <a:ext cx="3967162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&lt;1 2 3&gt; &lt;4 5 6&gt; &lt;7 8 9&gt;</a:t>
            </a:r>
            <a:endParaRPr lang="en-US" altLang="en-US" sz="1400"/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419600" y="2206625"/>
            <a:ext cx="3967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&lt;1 2 &gt; &lt;3 4 5 6 7</a:t>
            </a:r>
            <a:r>
              <a:rPr lang="en-US" altLang="en-US" sz="1400" baseline="-25000"/>
              <a:t> </a:t>
            </a:r>
            <a:r>
              <a:rPr lang="en-US" altLang="en-US" sz="1400"/>
              <a:t>&gt; &lt; 8 9&gt;</a:t>
            </a: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7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5627688"/>
            <a:ext cx="4800600" cy="773112"/>
          </a:xfrm>
          <a:noFill/>
        </p:spPr>
      </p:pic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Discretization Issues</a:t>
            </a:r>
            <a:endParaRPr lang="en-US" altLang="en-US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2941637" cy="5410200"/>
          </a:xfrm>
        </p:spPr>
        <p:txBody>
          <a:bodyPr/>
          <a:lstStyle/>
          <a:p>
            <a:r>
              <a:rPr lang="en-US" altLang="en-US"/>
              <a:t>Interval width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graphicFrame>
        <p:nvGraphicFramePr>
          <p:cNvPr id="16389" name="Object 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362200" y="1066800"/>
          <a:ext cx="6705600" cy="450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4" name="Visio" r:id="rId3" imgW="8759825" imgH="5885815" progId="Visio.Drawing.6">
                  <p:embed/>
                </p:oleObj>
              </mc:Choice>
              <mc:Fallback>
                <p:oleObj name="Visio" r:id="rId3" imgW="8759825" imgH="5885815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066800"/>
                        <a:ext cx="6705600" cy="450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Discretization Issues</a:t>
            </a:r>
            <a:endParaRPr lang="en-US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295400"/>
            <a:ext cx="8318500" cy="4343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Interval too wide (e.g., Bin size= 30)</a:t>
            </a:r>
            <a:endParaRPr lang="en-US" altLang="en-US"/>
          </a:p>
          <a:p>
            <a:pPr lvl="1">
              <a:lnSpc>
                <a:spcPct val="80000"/>
              </a:lnSpc>
            </a:pPr>
            <a:r>
              <a:rPr lang="en-US" altLang="en-US"/>
              <a:t>May merge several disparate patterns</a:t>
            </a:r>
            <a:endParaRPr lang="en-US" altLang="en-US"/>
          </a:p>
          <a:p>
            <a:pPr lvl="2">
              <a:lnSpc>
                <a:spcPct val="80000"/>
              </a:lnSpc>
            </a:pPr>
            <a:r>
              <a:rPr lang="en-US" altLang="en-US"/>
              <a:t> Patterns A and B are merged together</a:t>
            </a:r>
            <a:endParaRPr lang="en-US" altLang="en-US"/>
          </a:p>
          <a:p>
            <a:pPr lvl="1">
              <a:lnSpc>
                <a:spcPct val="80000"/>
              </a:lnSpc>
            </a:pPr>
            <a:r>
              <a:rPr lang="en-US" altLang="en-US"/>
              <a:t>May lose some of the interesting patterns</a:t>
            </a:r>
            <a:endParaRPr lang="en-US" altLang="en-US"/>
          </a:p>
          <a:p>
            <a:pPr lvl="2">
              <a:lnSpc>
                <a:spcPct val="80000"/>
              </a:lnSpc>
            </a:pPr>
            <a:r>
              <a:rPr lang="en-US" altLang="en-US"/>
              <a:t> Pattern C may not have enough confidence</a:t>
            </a:r>
            <a:endParaRPr lang="en-US" altLang="en-US"/>
          </a:p>
          <a:p>
            <a:pPr lvl="4">
              <a:lnSpc>
                <a:spcPct val="80000"/>
              </a:lnSpc>
            </a:pPr>
            <a:endParaRPr lang="en-US" altLang="en-US"/>
          </a:p>
          <a:p>
            <a:pPr>
              <a:lnSpc>
                <a:spcPct val="80000"/>
              </a:lnSpc>
            </a:pPr>
            <a:r>
              <a:rPr lang="en-US" altLang="en-US"/>
              <a:t>Interval too narrow (e.g., Bin size = 2)</a:t>
            </a:r>
            <a:endParaRPr lang="en-US" altLang="en-US"/>
          </a:p>
          <a:p>
            <a:pPr lvl="1">
              <a:lnSpc>
                <a:spcPct val="80000"/>
              </a:lnSpc>
            </a:pPr>
            <a:r>
              <a:rPr lang="en-US" altLang="en-US"/>
              <a:t>Pattern A is broken up into two smaller patterns</a:t>
            </a:r>
            <a:endParaRPr lang="en-US" altLang="en-US"/>
          </a:p>
          <a:p>
            <a:pPr lvl="2">
              <a:lnSpc>
                <a:spcPct val="80000"/>
              </a:lnSpc>
            </a:pPr>
            <a:r>
              <a:rPr lang="en-US" altLang="en-US"/>
              <a:t> Can recover the pattern by merging adjacent subpatterns</a:t>
            </a:r>
            <a:endParaRPr lang="en-US" altLang="en-US"/>
          </a:p>
          <a:p>
            <a:pPr lvl="1">
              <a:lnSpc>
                <a:spcPct val="80000"/>
              </a:lnSpc>
            </a:pPr>
            <a:r>
              <a:rPr lang="en-US" altLang="en-US"/>
              <a:t>Pattern B is broken up into smaller patterns</a:t>
            </a:r>
            <a:endParaRPr lang="en-US" altLang="en-US"/>
          </a:p>
          <a:p>
            <a:pPr lvl="2">
              <a:lnSpc>
                <a:spcPct val="80000"/>
              </a:lnSpc>
            </a:pPr>
            <a:r>
              <a:rPr lang="en-US" altLang="en-US"/>
              <a:t> Cannot recover the pattern by merging adjacent subpatterns</a:t>
            </a:r>
            <a:endParaRPr lang="en-US" altLang="en-US"/>
          </a:p>
          <a:p>
            <a:pPr lvl="1">
              <a:lnSpc>
                <a:spcPct val="80000"/>
              </a:lnSpc>
            </a:pPr>
            <a:r>
              <a:rPr lang="en-US" altLang="en-US"/>
              <a:t>Some windows may not meet support threshold</a:t>
            </a:r>
            <a:endParaRPr lang="en-US" altLang="en-US"/>
          </a:p>
          <a:p>
            <a:pPr lvl="1">
              <a:lnSpc>
                <a:spcPct val="80000"/>
              </a:lnSpc>
            </a:pPr>
            <a:endParaRPr lang="en-US" altLang="en-US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	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Discretization: all possible intervals</a:t>
            </a:r>
            <a:endParaRPr lang="en-US" alt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895600"/>
            <a:ext cx="8763000" cy="3581400"/>
          </a:xfrm>
        </p:spPr>
        <p:txBody>
          <a:bodyPr/>
          <a:lstStyle/>
          <a:p>
            <a:r>
              <a:rPr lang="en-US" altLang="en-US" sz="2400"/>
              <a:t>Execution time</a:t>
            </a:r>
            <a:endParaRPr lang="en-US" altLang="en-US" sz="2400"/>
          </a:p>
          <a:p>
            <a:pPr lvl="1"/>
            <a:r>
              <a:rPr lang="en-US" altLang="en-US" sz="2000"/>
              <a:t>If the range is partitioned into k intervals, there are O(k</a:t>
            </a:r>
            <a:r>
              <a:rPr lang="en-US" altLang="en-US" sz="2000" baseline="30000"/>
              <a:t>2</a:t>
            </a:r>
            <a:r>
              <a:rPr lang="en-US" altLang="en-US" sz="2000"/>
              <a:t>) new items</a:t>
            </a:r>
            <a:endParaRPr lang="en-US" altLang="en-US" sz="2000"/>
          </a:p>
          <a:p>
            <a:pPr lvl="1"/>
            <a:r>
              <a:rPr lang="en-US" altLang="en-US" sz="2000"/>
              <a:t>If an interval [a,b) is frequent, then all intervals that subsume [a,b) must also be frequent</a:t>
            </a:r>
            <a:endParaRPr lang="en-US" altLang="en-US" sz="2000"/>
          </a:p>
          <a:p>
            <a:pPr lvl="2"/>
            <a:r>
              <a:rPr lang="en-US" altLang="en-US" sz="1800"/>
              <a:t> E.g.:  if {Age </a:t>
            </a:r>
            <a:r>
              <a:rPr lang="en-US" altLang="en-US" sz="1800">
                <a:sym typeface="Symbol" panose="05050102010706020507" pitchFamily="18" charset="2"/>
              </a:rPr>
              <a:t>[21,25), Chat Online=Yes} is frequent, </a:t>
            </a:r>
            <a:br>
              <a:rPr lang="en-US" altLang="en-US" sz="1800">
                <a:sym typeface="Symbol" panose="05050102010706020507" pitchFamily="18" charset="2"/>
              </a:rPr>
            </a:br>
            <a:r>
              <a:rPr lang="en-US" altLang="en-US" sz="1800">
                <a:sym typeface="Symbol" panose="05050102010706020507" pitchFamily="18" charset="2"/>
              </a:rPr>
              <a:t>	then </a:t>
            </a:r>
            <a:r>
              <a:rPr lang="en-US" altLang="en-US" sz="1800"/>
              <a:t>{Age </a:t>
            </a:r>
            <a:r>
              <a:rPr lang="en-US" altLang="en-US" sz="1800">
                <a:sym typeface="Symbol" panose="05050102010706020507" pitchFamily="18" charset="2"/>
              </a:rPr>
              <a:t>[10,50), Chat Online=Yes} is also frequent</a:t>
            </a:r>
            <a:endParaRPr lang="en-US" altLang="en-US"/>
          </a:p>
          <a:p>
            <a:pPr lvl="1"/>
            <a:r>
              <a:rPr lang="en-US" altLang="en-US" sz="2000"/>
              <a:t>Improve efficiency:</a:t>
            </a:r>
            <a:endParaRPr lang="en-US" altLang="en-US" sz="2000"/>
          </a:p>
          <a:p>
            <a:pPr lvl="2"/>
            <a:r>
              <a:rPr lang="en-US" altLang="en-US" sz="1800"/>
              <a:t> Use maximum support to avoid intervals that are too wide</a:t>
            </a:r>
            <a:endParaRPr lang="en-US" altLang="en-US" sz="1800"/>
          </a:p>
        </p:txBody>
      </p:sp>
      <p:grpSp>
        <p:nvGrpSpPr>
          <p:cNvPr id="4" name="Group 3"/>
          <p:cNvGrpSpPr/>
          <p:nvPr/>
        </p:nvGrpSpPr>
        <p:grpSpPr bwMode="auto">
          <a:xfrm>
            <a:off x="5029200" y="1447800"/>
            <a:ext cx="3200400" cy="1143000"/>
            <a:chOff x="1143000" y="1905000"/>
            <a:chExt cx="2209800" cy="1143000"/>
          </a:xfrm>
        </p:grpSpPr>
        <p:cxnSp>
          <p:nvCxnSpPr>
            <p:cNvPr id="18438" name="Straight Connector 4"/>
            <p:cNvCxnSpPr>
              <a:cxnSpLocks noChangeShapeType="1"/>
            </p:cNvCxnSpPr>
            <p:nvPr/>
          </p:nvCxnSpPr>
          <p:spPr bwMode="auto">
            <a:xfrm>
              <a:off x="1143000" y="2286000"/>
              <a:ext cx="914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39" name="Straight Connector 5"/>
            <p:cNvCxnSpPr>
              <a:cxnSpLocks noChangeShapeType="1"/>
            </p:cNvCxnSpPr>
            <p:nvPr/>
          </p:nvCxnSpPr>
          <p:spPr bwMode="auto">
            <a:xfrm>
              <a:off x="1143000" y="2438400"/>
              <a:ext cx="1524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40" name="Straight Connector 6"/>
            <p:cNvCxnSpPr>
              <a:cxnSpLocks noChangeShapeType="1"/>
            </p:cNvCxnSpPr>
            <p:nvPr/>
          </p:nvCxnSpPr>
          <p:spPr bwMode="auto">
            <a:xfrm>
              <a:off x="1143000" y="2590800"/>
              <a:ext cx="2209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41" name="Straight Connector 7"/>
            <p:cNvCxnSpPr>
              <a:cxnSpLocks noChangeShapeType="1"/>
            </p:cNvCxnSpPr>
            <p:nvPr/>
          </p:nvCxnSpPr>
          <p:spPr bwMode="auto">
            <a:xfrm>
              <a:off x="1752600" y="2743200"/>
              <a:ext cx="914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42" name="Straight Connector 8"/>
            <p:cNvCxnSpPr>
              <a:cxnSpLocks noChangeShapeType="1"/>
            </p:cNvCxnSpPr>
            <p:nvPr/>
          </p:nvCxnSpPr>
          <p:spPr bwMode="auto">
            <a:xfrm>
              <a:off x="1752600" y="2895600"/>
              <a:ext cx="1600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43" name="Straight Connector 9"/>
            <p:cNvCxnSpPr>
              <a:cxnSpLocks noChangeShapeType="1"/>
            </p:cNvCxnSpPr>
            <p:nvPr/>
          </p:nvCxnSpPr>
          <p:spPr bwMode="auto">
            <a:xfrm>
              <a:off x="2438400" y="3048000"/>
              <a:ext cx="914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44" name="Oval 10"/>
            <p:cNvSpPr>
              <a:spLocks noChangeArrowheads="1"/>
            </p:cNvSpPr>
            <p:nvPr/>
          </p:nvSpPr>
          <p:spPr bwMode="auto">
            <a:xfrm>
              <a:off x="2971800" y="1905000"/>
              <a:ext cx="114300" cy="1524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18445" name="Oval 11"/>
            <p:cNvSpPr>
              <a:spLocks noChangeArrowheads="1"/>
            </p:cNvSpPr>
            <p:nvPr/>
          </p:nvSpPr>
          <p:spPr bwMode="auto">
            <a:xfrm>
              <a:off x="2430236" y="1905000"/>
              <a:ext cx="114300" cy="1524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18446" name="Oval 12"/>
            <p:cNvSpPr>
              <a:spLocks noChangeArrowheads="1"/>
            </p:cNvSpPr>
            <p:nvPr/>
          </p:nvSpPr>
          <p:spPr bwMode="auto">
            <a:xfrm>
              <a:off x="1200150" y="1905000"/>
              <a:ext cx="114300" cy="1524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18447" name="Oval 13"/>
            <p:cNvSpPr>
              <a:spLocks noChangeArrowheads="1"/>
            </p:cNvSpPr>
            <p:nvPr/>
          </p:nvSpPr>
          <p:spPr bwMode="auto">
            <a:xfrm>
              <a:off x="1777093" y="1905000"/>
              <a:ext cx="114300" cy="1524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304800" y="1447800"/>
            <a:ext cx="617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Number of intervals = k</a:t>
            </a:r>
            <a:endParaRPr lang="en-US" altLang="en-US" sz="14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Total number of Adjacent intervals = k(k-1)/2</a:t>
            </a: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Statistics-based Methods</a:t>
            </a:r>
            <a:endParaRPr lang="en-US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Example:  </a:t>
            </a:r>
            <a:endParaRPr lang="en-US" altLang="en-US" sz="2400" dirty="0"/>
          </a:p>
          <a:p>
            <a:pPr lvl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000" dirty="0"/>
              <a:t>		{Income &gt; 100K, </a:t>
            </a:r>
            <a:r>
              <a:rPr lang="en-US" altLang="en-US" sz="2000" dirty="0">
                <a:sym typeface="Symbol" panose="05050102010706020507" pitchFamily="18" charset="2"/>
              </a:rPr>
              <a:t>Online Banking=Yes}  Age: =34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Rule consequent consists of a continuous variable, characterized by their statistics </a:t>
            </a:r>
            <a:endParaRPr lang="en-US" altLang="en-US" sz="24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mean, median, standard deviation, etc.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Approach: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Withhold the target attribute from the rest of the data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Extract frequent </a:t>
            </a:r>
            <a:r>
              <a:rPr lang="en-US" altLang="en-US" sz="2000" dirty="0" err="1">
                <a:sym typeface="Symbol" panose="05050102010706020507" pitchFamily="18" charset="2"/>
              </a:rPr>
              <a:t>itemsets</a:t>
            </a:r>
            <a:r>
              <a:rPr lang="en-US" altLang="en-US" sz="2000" dirty="0">
                <a:sym typeface="Symbol" panose="05050102010706020507" pitchFamily="18" charset="2"/>
              </a:rPr>
              <a:t> from the rest of the attributes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2">
              <a:lnSpc>
                <a:spcPct val="90000"/>
              </a:lnSpc>
            </a:pP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sz="1800" dirty="0" err="1">
                <a:sym typeface="Symbol" panose="05050102010706020507" pitchFamily="18" charset="2"/>
              </a:rPr>
              <a:t>Binarize</a:t>
            </a:r>
            <a:r>
              <a:rPr lang="en-US" altLang="en-US" sz="1800" dirty="0">
                <a:sym typeface="Symbol" panose="05050102010706020507" pitchFamily="18" charset="2"/>
              </a:rPr>
              <a:t> the continuous attributes (except for the target attribute)</a:t>
            </a:r>
            <a:endParaRPr lang="en-US" altLang="en-US" sz="18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For each frequent </a:t>
            </a:r>
            <a:r>
              <a:rPr lang="en-US" altLang="en-US" sz="2000" dirty="0" err="1">
                <a:sym typeface="Symbol" panose="05050102010706020507" pitchFamily="18" charset="2"/>
              </a:rPr>
              <a:t>itemset</a:t>
            </a:r>
            <a:r>
              <a:rPr lang="en-US" altLang="en-US" sz="2000" dirty="0">
                <a:sym typeface="Symbol" panose="05050102010706020507" pitchFamily="18" charset="2"/>
              </a:rPr>
              <a:t>, compute the corresponding descriptive statistics of the target attribute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2">
              <a:lnSpc>
                <a:spcPct val="90000"/>
              </a:lnSpc>
            </a:pPr>
            <a:r>
              <a:rPr lang="en-US" altLang="en-US" sz="1800" dirty="0">
                <a:sym typeface="Symbol" panose="05050102010706020507" pitchFamily="18" charset="2"/>
              </a:rPr>
              <a:t> Frequent </a:t>
            </a:r>
            <a:r>
              <a:rPr lang="en-US" altLang="en-US" sz="1800" dirty="0" err="1">
                <a:sym typeface="Symbol" panose="05050102010706020507" pitchFamily="18" charset="2"/>
              </a:rPr>
              <a:t>itemset</a:t>
            </a:r>
            <a:r>
              <a:rPr lang="en-US" altLang="en-US" sz="1800" dirty="0">
                <a:sym typeface="Symbol" panose="05050102010706020507" pitchFamily="18" charset="2"/>
              </a:rPr>
              <a:t> becomes a rule by introducing the target variable as rule consequent</a:t>
            </a:r>
            <a:endParaRPr lang="en-US" altLang="en-US" sz="18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Apply statistical test to determine interestingness of the rule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Statistics-based Methods</a:t>
            </a:r>
            <a:endParaRPr lang="en-US" altLang="en-US"/>
          </a:p>
        </p:txBody>
      </p:sp>
      <p:pic>
        <p:nvPicPr>
          <p:cNvPr id="21507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1066800"/>
            <a:ext cx="6248400" cy="2643188"/>
          </a:xfrm>
          <a:noFill/>
        </p:spPr>
      </p:pic>
      <p:sp>
        <p:nvSpPr>
          <p:cNvPr id="21508" name="Text Box 11"/>
          <p:cNvSpPr txBox="1">
            <a:spLocks noChangeArrowheads="1"/>
          </p:cNvSpPr>
          <p:nvPr/>
        </p:nvSpPr>
        <p:spPr bwMode="auto">
          <a:xfrm>
            <a:off x="457200" y="4419600"/>
            <a:ext cx="3581400" cy="1293813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{Male, Income &gt; 100K}</a:t>
            </a:r>
            <a:endParaRPr lang="en-US" altLang="en-US" sz="14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{Income &lt; 30K, No hours </a:t>
            </a:r>
            <a:r>
              <a:rPr lang="en-US" altLang="en-US" sz="1400">
                <a:sym typeface="Symbol" panose="05050102010706020507" pitchFamily="18" charset="2"/>
              </a:rPr>
              <a:t>[10,15)}</a:t>
            </a:r>
            <a:endParaRPr lang="en-US" altLang="en-US" sz="14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ym typeface="Symbol" panose="05050102010706020507" pitchFamily="18" charset="2"/>
              </a:rPr>
              <a:t>{Income &gt; 100K,  Online Banking = Yes}</a:t>
            </a:r>
            <a:endParaRPr lang="en-US" altLang="en-US" sz="14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ym typeface="Symbol" panose="05050102010706020507" pitchFamily="18" charset="2"/>
              </a:rPr>
              <a:t>…. </a:t>
            </a:r>
            <a:endParaRPr lang="en-US" altLang="en-US" sz="1400">
              <a:sym typeface="Symbol" panose="05050102010706020507" pitchFamily="18" charset="2"/>
            </a:endParaRPr>
          </a:p>
        </p:txBody>
      </p:sp>
      <p:sp>
        <p:nvSpPr>
          <p:cNvPr id="21509" name="Text Box 12"/>
          <p:cNvSpPr txBox="1">
            <a:spLocks noChangeArrowheads="1"/>
          </p:cNvSpPr>
          <p:nvPr/>
        </p:nvSpPr>
        <p:spPr bwMode="auto">
          <a:xfrm>
            <a:off x="381000" y="3962400"/>
            <a:ext cx="1981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Frequent Itemsets:</a:t>
            </a:r>
            <a:endParaRPr lang="en-US" altLang="en-US" sz="1400"/>
          </a:p>
        </p:txBody>
      </p:sp>
      <p:sp>
        <p:nvSpPr>
          <p:cNvPr id="21510" name="AutoShape 14"/>
          <p:cNvSpPr>
            <a:spLocks noChangeArrowheads="1"/>
          </p:cNvSpPr>
          <p:nvPr/>
        </p:nvSpPr>
        <p:spPr bwMode="auto">
          <a:xfrm rot="1018033">
            <a:off x="533400" y="2514600"/>
            <a:ext cx="762000" cy="1295400"/>
          </a:xfrm>
          <a:prstGeom prst="curvedRightArrow">
            <a:avLst>
              <a:gd name="adj1" fmla="val 34000"/>
              <a:gd name="adj2" fmla="val 68000"/>
              <a:gd name="adj3" fmla="val 33333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1511" name="Text Box 15"/>
          <p:cNvSpPr txBox="1">
            <a:spLocks noChangeArrowheads="1"/>
          </p:cNvSpPr>
          <p:nvPr/>
        </p:nvSpPr>
        <p:spPr bwMode="auto">
          <a:xfrm>
            <a:off x="4495800" y="4419600"/>
            <a:ext cx="4495800" cy="1506538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{Male, Income &gt; 100K} </a:t>
            </a:r>
            <a:r>
              <a:rPr lang="en-US" altLang="en-US" sz="1400">
                <a:sym typeface="Symbol" panose="05050102010706020507" pitchFamily="18" charset="2"/>
              </a:rPr>
              <a:t> Age:  = 30</a:t>
            </a:r>
            <a:endParaRPr lang="en-US" altLang="en-US" sz="14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{Income &lt; 40K, No hours </a:t>
            </a:r>
            <a:r>
              <a:rPr lang="en-US" altLang="en-US" sz="1400">
                <a:sym typeface="Symbol" panose="05050102010706020507" pitchFamily="18" charset="2"/>
              </a:rPr>
              <a:t>[10,15)}  Age:  = 24</a:t>
            </a:r>
            <a:endParaRPr lang="en-US" altLang="en-US" sz="14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ym typeface="Symbol" panose="05050102010706020507" pitchFamily="18" charset="2"/>
              </a:rPr>
              <a:t>{Income &gt; 100K,Online Banking = Yes} </a:t>
            </a:r>
            <a:br>
              <a:rPr lang="en-US" altLang="en-US" sz="1400">
                <a:sym typeface="Symbol" panose="05050102010706020507" pitchFamily="18" charset="2"/>
              </a:rPr>
            </a:br>
            <a:r>
              <a:rPr lang="en-US" altLang="en-US" sz="1400">
                <a:sym typeface="Symbol" panose="05050102010706020507" pitchFamily="18" charset="2"/>
              </a:rPr>
              <a:t>	 Age:  = 34</a:t>
            </a:r>
            <a:endParaRPr lang="en-US" altLang="en-US" sz="14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ym typeface="Symbol" panose="05050102010706020507" pitchFamily="18" charset="2"/>
              </a:rPr>
              <a:t>…. </a:t>
            </a:r>
            <a:endParaRPr lang="en-US" altLang="en-US" sz="1400">
              <a:sym typeface="Symbol" panose="05050102010706020507" pitchFamily="18" charset="2"/>
            </a:endParaRPr>
          </a:p>
        </p:txBody>
      </p:sp>
      <p:sp>
        <p:nvSpPr>
          <p:cNvPr id="21512" name="Text Box 16"/>
          <p:cNvSpPr txBox="1">
            <a:spLocks noChangeArrowheads="1"/>
          </p:cNvSpPr>
          <p:nvPr/>
        </p:nvSpPr>
        <p:spPr bwMode="auto">
          <a:xfrm>
            <a:off x="4572000" y="3963988"/>
            <a:ext cx="1981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Association Rules:</a:t>
            </a: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Statistics-based Methods</a:t>
            </a:r>
            <a:endParaRPr lang="en-US" alt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How to determine whether an association rule interesting?</a:t>
            </a:r>
            <a:endParaRPr lang="en-US" altLang="en-US"/>
          </a:p>
          <a:p>
            <a:pPr lvl="1"/>
            <a:r>
              <a:rPr lang="en-US" altLang="en-US"/>
              <a:t>Compare the statistics for segment of population covered by the rule vs segment of population not covered by the rule:</a:t>
            </a:r>
            <a:endParaRPr lang="en-US" altLang="en-US"/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/>
              <a:t>	A </a:t>
            </a:r>
            <a:r>
              <a:rPr lang="en-US" altLang="en-US">
                <a:sym typeface="Symbol" panose="05050102010706020507" pitchFamily="18" charset="2"/>
              </a:rPr>
              <a:t> B:      versus     A  B: ’ </a:t>
            </a:r>
            <a:endParaRPr lang="en-US" altLang="en-US">
              <a:sym typeface="Symbol" panose="05050102010706020507" pitchFamily="18" charset="2"/>
            </a:endParaRPr>
          </a:p>
          <a:p>
            <a:pPr lvl="2">
              <a:buFont typeface="Wingdings" panose="05000000000000000000" pitchFamily="2" charset="2"/>
              <a:buNone/>
            </a:pPr>
            <a:endParaRPr lang="en-US" altLang="en-US">
              <a:sym typeface="Symbol" panose="05050102010706020507" pitchFamily="18" charset="2"/>
            </a:endParaRPr>
          </a:p>
          <a:p>
            <a:pPr lvl="1"/>
            <a:r>
              <a:rPr lang="en-US" altLang="en-US">
                <a:sym typeface="Symbol" panose="05050102010706020507" pitchFamily="18" charset="2"/>
              </a:rPr>
              <a:t>Statistical hypothesis testing:</a:t>
            </a:r>
            <a:endParaRPr lang="en-US" altLang="en-US">
              <a:sym typeface="Symbol" panose="05050102010706020507" pitchFamily="18" charset="2"/>
            </a:endParaRPr>
          </a:p>
          <a:p>
            <a:pPr lvl="2"/>
            <a:r>
              <a:rPr lang="en-US" altLang="en-US">
                <a:sym typeface="Symbol" panose="05050102010706020507" pitchFamily="18" charset="2"/>
              </a:rPr>
              <a:t> Null hypothesis:  H0: ’ =  + </a:t>
            </a:r>
            <a:endParaRPr lang="en-US" altLang="en-US">
              <a:sym typeface="Symbol" panose="05050102010706020507" pitchFamily="18" charset="2"/>
            </a:endParaRPr>
          </a:p>
          <a:p>
            <a:pPr lvl="2"/>
            <a:r>
              <a:rPr lang="en-US" altLang="en-US">
                <a:sym typeface="Symbol" panose="05050102010706020507" pitchFamily="18" charset="2"/>
              </a:rPr>
              <a:t> Alternative hypothesis: H1: ’ &gt;  + </a:t>
            </a:r>
            <a:endParaRPr lang="en-US" altLang="en-US">
              <a:sym typeface="Symbol" panose="05050102010706020507" pitchFamily="18" charset="2"/>
            </a:endParaRPr>
          </a:p>
          <a:p>
            <a:pPr lvl="2"/>
            <a:r>
              <a:rPr lang="en-US" altLang="en-US">
                <a:sym typeface="Symbol" panose="05050102010706020507" pitchFamily="18" charset="2"/>
              </a:rPr>
              <a:t> Z has zero mean and variance 1 under null hypothesis</a:t>
            </a:r>
            <a:endParaRPr lang="en-US" altLang="en-US">
              <a:sym typeface="Symbol" panose="05050102010706020507" pitchFamily="18" charset="2"/>
            </a:endParaRPr>
          </a:p>
          <a:p>
            <a:pPr lvl="2">
              <a:buFont typeface="Wingdings" panose="05000000000000000000" pitchFamily="2" charset="2"/>
              <a:buNone/>
            </a:pP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22532" name="Line 4"/>
          <p:cNvSpPr>
            <a:spLocks noChangeShapeType="1"/>
          </p:cNvSpPr>
          <p:nvPr/>
        </p:nvSpPr>
        <p:spPr bwMode="auto">
          <a:xfrm>
            <a:off x="4800600" y="3276600"/>
            <a:ext cx="15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2533" name="Object 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705600" y="3810000"/>
          <a:ext cx="1676400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8" name="Equation" r:id="rId2" imgW="901065" imgH="673100" progId="Equation.3">
                  <p:embed/>
                </p:oleObj>
              </mc:Choice>
              <mc:Fallback>
                <p:oleObj name="Equation" r:id="rId2" imgW="901065" imgH="673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810000"/>
                        <a:ext cx="1676400" cy="125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Statistics-based Methods</a:t>
            </a:r>
            <a:endParaRPr lang="en-US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Example: </a:t>
            </a:r>
            <a:endParaRPr lang="en-US" altLang="en-US" sz="2400"/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000"/>
              <a:t>		     r: Covid-Postive &amp; </a:t>
            </a:r>
            <a:r>
              <a:rPr lang="en-US" altLang="en-US" sz="2000">
                <a:sym typeface="Symbol" panose="05050102010706020507" pitchFamily="18" charset="2"/>
              </a:rPr>
              <a:t>Quick_Recovery=Yes  Age: =23</a:t>
            </a:r>
            <a:endParaRPr lang="en-US" altLang="en-US" sz="2000">
              <a:sym typeface="Symbol" panose="05050102010706020507" pitchFamily="18" charset="2"/>
            </a:endParaRPr>
          </a:p>
          <a:p>
            <a:pPr lvl="1"/>
            <a:r>
              <a:rPr lang="en-US" altLang="en-US" sz="2000"/>
              <a:t>Rule is interesting if </a:t>
            </a:r>
            <a:r>
              <a:rPr lang="en-US" altLang="en-US" sz="2000">
                <a:sym typeface="Symbol" panose="05050102010706020507" pitchFamily="18" charset="2"/>
              </a:rPr>
              <a:t>difference between  and ’ is more than 5 years (i.e.,  = 5)</a:t>
            </a:r>
            <a:endParaRPr lang="en-US" altLang="en-US" sz="2000">
              <a:sym typeface="Symbol" panose="05050102010706020507" pitchFamily="18" charset="2"/>
            </a:endParaRPr>
          </a:p>
          <a:p>
            <a:pPr lvl="1"/>
            <a:r>
              <a:rPr lang="en-US" altLang="en-US" sz="2000">
                <a:sym typeface="Symbol" panose="05050102010706020507" pitchFamily="18" charset="2"/>
              </a:rPr>
              <a:t>For r, suppose   	n1 = 50, s1 = 3.5</a:t>
            </a:r>
            <a:endParaRPr lang="en-US" altLang="en-US" sz="2000">
              <a:sym typeface="Symbol" panose="05050102010706020507" pitchFamily="18" charset="2"/>
            </a:endParaRPr>
          </a:p>
          <a:p>
            <a:pPr lvl="1"/>
            <a:r>
              <a:rPr lang="en-US" altLang="en-US" sz="2000">
                <a:sym typeface="Symbol" panose="05050102010706020507" pitchFamily="18" charset="2"/>
              </a:rPr>
              <a:t>For r’ (complement): n2 = 250, s2 = 6.5</a:t>
            </a:r>
            <a:endParaRPr lang="en-US" altLang="en-US" sz="2000">
              <a:sym typeface="Symbol" panose="05050102010706020507" pitchFamily="18" charset="2"/>
            </a:endParaRPr>
          </a:p>
          <a:p>
            <a:pPr lvl="1"/>
            <a:endParaRPr lang="en-US" altLang="en-US" sz="2000">
              <a:sym typeface="Symbol" panose="05050102010706020507" pitchFamily="18" charset="2"/>
            </a:endParaRPr>
          </a:p>
          <a:p>
            <a:pPr lvl="1"/>
            <a:endParaRPr lang="en-US" altLang="en-US" sz="2000">
              <a:sym typeface="Symbol" panose="05050102010706020507" pitchFamily="18" charset="2"/>
            </a:endParaRPr>
          </a:p>
          <a:p>
            <a:pPr lvl="1"/>
            <a:endParaRPr lang="en-US" altLang="en-US" sz="2000">
              <a:sym typeface="Symbol" panose="05050102010706020507" pitchFamily="18" charset="2"/>
            </a:endParaRPr>
          </a:p>
          <a:p>
            <a:pPr lvl="1"/>
            <a:endParaRPr lang="en-US" altLang="en-US" sz="2000">
              <a:sym typeface="Symbol" panose="05050102010706020507" pitchFamily="18" charset="2"/>
            </a:endParaRPr>
          </a:p>
          <a:p>
            <a:pPr lvl="1"/>
            <a:r>
              <a:rPr lang="en-US" altLang="en-US" sz="2000">
                <a:sym typeface="Symbol" panose="05050102010706020507" pitchFamily="18" charset="2"/>
              </a:rPr>
              <a:t>For 1-sided test at 95% confidence level, critical Z-value for rejecting null hypothesis is 1.64.</a:t>
            </a:r>
            <a:endParaRPr lang="en-US" altLang="en-US" sz="2000">
              <a:sym typeface="Symbol" panose="05050102010706020507" pitchFamily="18" charset="2"/>
            </a:endParaRPr>
          </a:p>
          <a:p>
            <a:pPr lvl="1"/>
            <a:r>
              <a:rPr lang="en-US" altLang="en-US" sz="2000">
                <a:sym typeface="Symbol" panose="05050102010706020507" pitchFamily="18" charset="2"/>
              </a:rPr>
              <a:t>Since Z is greater than 1.64, r is an interesting rule</a:t>
            </a:r>
            <a:endParaRPr lang="en-US" altLang="en-US" sz="2000">
              <a:sym typeface="Symbol" panose="05050102010706020507" pitchFamily="18" charset="2"/>
            </a:endParaRPr>
          </a:p>
        </p:txBody>
      </p:sp>
      <p:graphicFrame>
        <p:nvGraphicFramePr>
          <p:cNvPr id="23556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514600" y="3594100"/>
          <a:ext cx="411480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1" name="Equation" r:id="rId2" imgW="2298700" imgH="673100" progId="Equation.3">
                  <p:embed/>
                </p:oleObj>
              </mc:Choice>
              <mc:Fallback>
                <p:oleObj name="Equation" r:id="rId2" imgW="2298700" imgH="673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594100"/>
                        <a:ext cx="4114800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Min-Apriori</a:t>
            </a:r>
            <a:endParaRPr lang="en-US" altLang="en-US"/>
          </a:p>
        </p:txBody>
      </p:sp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2895600" y="1828800"/>
          <a:ext cx="3667125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6" name="Worksheet" r:id="rId2" imgW="3460115" imgH="2169160" progId="Excel.Sheet.8">
                  <p:embed/>
                </p:oleObj>
              </mc:Choice>
              <mc:Fallback>
                <p:oleObj name="Worksheet" r:id="rId2" imgW="3460115" imgH="216916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828800"/>
                        <a:ext cx="3667125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838200" y="4343400"/>
            <a:ext cx="6553200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/>
              <a:t>Example:</a:t>
            </a:r>
            <a:endParaRPr lang="en-US" altLang="en-US" sz="24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/>
              <a:t>W1 and W2 tends to appear together in the same document</a:t>
            </a:r>
            <a:endParaRPr lang="en-US" altLang="en-US" sz="2400"/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609600" y="1143000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/>
              <a:t>Document-term matrix:</a:t>
            </a: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Min-Apriori</a:t>
            </a: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Data contains only continuous attributes of the same “type”</a:t>
            </a:r>
            <a:endParaRPr lang="en-US" altLang="en-US" sz="2400"/>
          </a:p>
          <a:p>
            <a:pPr lvl="1"/>
            <a:r>
              <a:rPr lang="en-US" altLang="en-US" sz="2000"/>
              <a:t>e.g., frequency of words in a document</a:t>
            </a:r>
            <a:endParaRPr lang="en-US" altLang="en-US" sz="2000"/>
          </a:p>
          <a:p>
            <a:pPr lvl="1"/>
            <a:endParaRPr lang="en-US" altLang="en-US" sz="2000"/>
          </a:p>
          <a:p>
            <a:pPr lvl="1"/>
            <a:endParaRPr lang="en-US" altLang="en-US" sz="2000"/>
          </a:p>
          <a:p>
            <a:pPr lvl="1"/>
            <a:endParaRPr lang="en-US" altLang="en-US" sz="2000"/>
          </a:p>
          <a:p>
            <a:pPr lvl="1"/>
            <a:endParaRPr lang="en-US" altLang="en-US" sz="2000"/>
          </a:p>
          <a:p>
            <a:pPr lvl="1"/>
            <a:endParaRPr lang="en-US" altLang="en-US" sz="2000"/>
          </a:p>
          <a:p>
            <a:r>
              <a:rPr lang="en-US" altLang="en-US" sz="2400"/>
              <a:t>Potential solution:</a:t>
            </a:r>
            <a:endParaRPr lang="en-US" altLang="en-US" sz="2400"/>
          </a:p>
          <a:p>
            <a:pPr lvl="1"/>
            <a:r>
              <a:rPr lang="en-US" altLang="en-US" sz="1800"/>
              <a:t>Convert into 0/1 matrix and then apply existing algorithms</a:t>
            </a:r>
            <a:endParaRPr lang="en-US" altLang="en-US" sz="1800"/>
          </a:p>
          <a:p>
            <a:pPr lvl="2"/>
            <a:r>
              <a:rPr lang="en-US" altLang="en-US" sz="1600"/>
              <a:t> lose word frequency information</a:t>
            </a:r>
            <a:endParaRPr lang="en-US" altLang="en-US" sz="1600"/>
          </a:p>
          <a:p>
            <a:pPr lvl="1"/>
            <a:r>
              <a:rPr lang="en-US" altLang="en-US" sz="1800"/>
              <a:t>Discretization does not apply as users want association among words based on how frequently they co-occur, not if they occur with similar frequencies</a:t>
            </a:r>
            <a:endParaRPr lang="en-US" altLang="en-US" sz="1800"/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4038600" y="2438400"/>
          <a:ext cx="3276600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9" name="Worksheet" r:id="rId2" imgW="3460115" imgH="2169160" progId="Excel.Sheet.8">
                  <p:embed/>
                </p:oleObj>
              </mc:Choice>
              <mc:Fallback>
                <p:oleObj name="Worksheet" r:id="rId2" imgW="3460115" imgH="216916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438400"/>
                        <a:ext cx="3276600" cy="214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Min-Apriori</a:t>
            </a:r>
            <a:endParaRPr lang="en-US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How to determine the support of a word?</a:t>
            </a:r>
            <a:endParaRPr lang="en-US" altLang="en-US"/>
          </a:p>
          <a:p>
            <a:pPr lvl="1"/>
            <a:r>
              <a:rPr lang="en-US" altLang="en-US"/>
              <a:t>If we simply sum up its frequency, support count will be greater than total number of documents!</a:t>
            </a:r>
            <a:endParaRPr lang="en-US" altLang="en-US"/>
          </a:p>
          <a:p>
            <a:pPr lvl="2"/>
            <a:r>
              <a:rPr lang="en-US" altLang="en-US"/>
              <a:t> Normalize the word vectors – e.g., using L</a:t>
            </a:r>
            <a:r>
              <a:rPr lang="en-US" altLang="en-US" baseline="-25000"/>
              <a:t>1</a:t>
            </a:r>
            <a:r>
              <a:rPr lang="en-US" altLang="en-US"/>
              <a:t> norms</a:t>
            </a:r>
            <a:endParaRPr lang="en-US" altLang="en-US"/>
          </a:p>
          <a:p>
            <a:pPr lvl="2"/>
            <a:r>
              <a:rPr lang="en-US" altLang="en-US"/>
              <a:t> Each word has a support equals to 1.0</a:t>
            </a:r>
            <a:endParaRPr lang="en-US" altLang="en-US"/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228600" y="3571875"/>
          <a:ext cx="3505200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0" name="Worksheet" r:id="rId2" imgW="3460115" imgH="2169160" progId="Excel.Sheet.8">
                  <p:embed/>
                </p:oleObj>
              </mc:Choice>
              <mc:Fallback>
                <p:oleObj name="Worksheet" r:id="rId2" imgW="3460115" imgH="216916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571875"/>
                        <a:ext cx="3505200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4876800" y="3571875"/>
          <a:ext cx="4114800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1" name="Worksheet" r:id="rId4" imgW="3953510" imgH="2169160" progId="Excel.Sheet.8">
                  <p:embed/>
                </p:oleObj>
              </mc:Choice>
              <mc:Fallback>
                <p:oleObj name="Worksheet" r:id="rId4" imgW="3953510" imgH="216916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571875"/>
                        <a:ext cx="4114800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Line 6"/>
          <p:cNvSpPr>
            <a:spLocks noChangeShapeType="1"/>
          </p:cNvSpPr>
          <p:nvPr/>
        </p:nvSpPr>
        <p:spPr bwMode="auto">
          <a:xfrm>
            <a:off x="3886200" y="4800600"/>
            <a:ext cx="6096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3810000" y="4267200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Normalize</a:t>
            </a: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Min-Apriori</a:t>
            </a:r>
            <a:endParaRPr lang="en-US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New definition of support: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>
              <a:buFont typeface="Monotype Sorts" pitchFamily="2" charset="2"/>
              <a:buNone/>
            </a:pPr>
            <a:endParaRPr lang="en-US" altLang="en-US"/>
          </a:p>
        </p:txBody>
      </p:sp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2209800" y="1828800"/>
          <a:ext cx="4530725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3" name="Equation" r:id="rId2" imgW="2590800" imgH="431800" progId="Equation.3">
                  <p:embed/>
                </p:oleObj>
              </mc:Choice>
              <mc:Fallback>
                <p:oleObj name="Equation" r:id="rId2" imgW="25908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828800"/>
                        <a:ext cx="4530725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5334000" y="2971800"/>
            <a:ext cx="2971800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Example: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Sup(W1,W2)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= .33 + 0 + .4 + 0 + 0.17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= 0.9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>
              <a:sym typeface="Symbol" panose="05050102010706020507" pitchFamily="18" charset="2"/>
            </a:endParaRPr>
          </a:p>
        </p:txBody>
      </p:sp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457200" y="2819400"/>
          <a:ext cx="4114800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4" name="Worksheet" r:id="rId4" imgW="3953510" imgH="2169160" progId="Excel.Sheet.8">
                  <p:embed/>
                </p:oleObj>
              </mc:Choice>
              <mc:Fallback>
                <p:oleObj name="Worksheet" r:id="rId4" imgW="3953510" imgH="2169160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819400"/>
                        <a:ext cx="4114800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Anti-monotone property of Support</a:t>
            </a:r>
            <a:endParaRPr lang="en-US" altLang="en-US"/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762000" y="4114800"/>
            <a:ext cx="7467600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Example: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Sup(W1) = 0.4 + 0 + 0.4 + 0 + 0.2 = 1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Sup(W1, W2) = 0.33 + 0 + 0.4 + 0 + 0.17 = 0.9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Sup(W1, W2, W3) = 0 + 0 + 0 + 0 + 0.17 = 0.17</a:t>
            </a:r>
            <a:endParaRPr lang="en-US" altLang="en-US" sz="2000" b="0">
              <a:sym typeface="Symbol" panose="05050102010706020507" pitchFamily="18" charset="2"/>
            </a:endParaRPr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1676400" y="1524000"/>
          <a:ext cx="4114800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1" name="Worksheet" r:id="rId2" imgW="3953510" imgH="2169160" progId="Excel.Sheet.8">
                  <p:embed/>
                </p:oleObj>
              </mc:Choice>
              <mc:Fallback>
                <p:oleObj name="Worksheet" r:id="rId2" imgW="3953510" imgH="216916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524000"/>
                        <a:ext cx="4114800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Concept Hierarchies</a:t>
            </a:r>
            <a:endParaRPr lang="en-US" altLang="en-US"/>
          </a:p>
        </p:txBody>
      </p:sp>
      <p:graphicFrame>
        <p:nvGraphicFramePr>
          <p:cNvPr id="29699" name="Object 3"/>
          <p:cNvGraphicFramePr>
            <a:graphicFrameLocks noChangeAspect="1"/>
          </p:cNvGraphicFramePr>
          <p:nvPr/>
        </p:nvGraphicFramePr>
        <p:xfrm>
          <a:off x="228600" y="1371600"/>
          <a:ext cx="8458200" cy="461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4" name="VISIO" r:id="rId2" imgW="10453370" imgH="5696585" progId="Visio.Drawing.6">
                  <p:embed/>
                </p:oleObj>
              </mc:Choice>
              <mc:Fallback>
                <p:oleObj name="VISIO" r:id="rId2" imgW="10453370" imgH="5696585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371600"/>
                        <a:ext cx="8458200" cy="461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Multi-level Association Rules</a:t>
            </a:r>
            <a:endParaRPr lang="en-US" alt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Why should we incorporate concept hierarchy?</a:t>
            </a:r>
            <a:endParaRPr lang="en-US" altLang="en-US" dirty="0"/>
          </a:p>
          <a:p>
            <a:pPr lvl="1"/>
            <a:r>
              <a:rPr lang="en-US" altLang="en-US" sz="2000" dirty="0"/>
              <a:t>Rules at lower levels may not have enough support to appear in any frequent </a:t>
            </a:r>
            <a:r>
              <a:rPr lang="en-US" altLang="en-US" sz="2000" dirty="0" err="1" smtClean="0"/>
              <a:t>itemsets</a:t>
            </a:r>
            <a:endParaRPr lang="en-US" altLang="en-US" sz="2000" dirty="0" smtClean="0"/>
          </a:p>
          <a:p>
            <a:pPr lvl="1"/>
            <a:endParaRPr lang="en-US" altLang="en-US" sz="2000" dirty="0"/>
          </a:p>
          <a:p>
            <a:pPr lvl="1"/>
            <a:r>
              <a:rPr lang="en-US" altLang="en-US" sz="2000" dirty="0"/>
              <a:t>Rules at lower levels of the hierarchy are overly specific </a:t>
            </a:r>
            <a:endParaRPr lang="en-US" altLang="en-US" sz="2000" dirty="0"/>
          </a:p>
          <a:p>
            <a:pPr lvl="2"/>
            <a:r>
              <a:rPr lang="en-US" altLang="en-US" sz="1800" dirty="0"/>
              <a:t> e.g., </a:t>
            </a:r>
            <a:r>
              <a:rPr lang="en-US" altLang="en-US" sz="1800" dirty="0" smtClean="0"/>
              <a:t>following rules </a:t>
            </a:r>
            <a:r>
              <a:rPr lang="en-US" altLang="en-US" sz="1800" dirty="0" smtClean="0">
                <a:sym typeface="Symbol" panose="05050102010706020507" pitchFamily="18" charset="2"/>
              </a:rPr>
              <a:t>are </a:t>
            </a:r>
            <a:r>
              <a:rPr lang="en-US" altLang="en-US" sz="1800" dirty="0">
                <a:sym typeface="Symbol" panose="05050102010706020507" pitchFamily="18" charset="2"/>
              </a:rPr>
              <a:t>indicative of association between milk and bread</a:t>
            </a:r>
            <a:endParaRPr lang="en-US" altLang="en-US" sz="1800" dirty="0" smtClean="0"/>
          </a:p>
          <a:p>
            <a:pPr lvl="3"/>
            <a:r>
              <a:rPr lang="en-US" altLang="en-US" sz="1800" dirty="0" smtClean="0"/>
              <a:t>skim </a:t>
            </a:r>
            <a:r>
              <a:rPr lang="en-US" altLang="en-US" sz="1800" dirty="0"/>
              <a:t>milk </a:t>
            </a:r>
            <a:r>
              <a:rPr lang="en-US" altLang="en-US" sz="1800" dirty="0">
                <a:sym typeface="Symbol" panose="05050102010706020507" pitchFamily="18" charset="2"/>
              </a:rPr>
              <a:t> white bread, </a:t>
            </a:r>
            <a:endParaRPr lang="en-US" altLang="en-US" sz="1800" dirty="0" smtClean="0">
              <a:sym typeface="Symbol" panose="05050102010706020507" pitchFamily="18" charset="2"/>
            </a:endParaRPr>
          </a:p>
          <a:p>
            <a:pPr lvl="3"/>
            <a:r>
              <a:rPr lang="en-US" altLang="en-US" sz="1800" dirty="0" smtClean="0"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sym typeface="Symbol" panose="05050102010706020507" pitchFamily="18" charset="2"/>
              </a:rPr>
              <a:t>% milk  wheat </a:t>
            </a:r>
            <a:r>
              <a:rPr lang="en-US" altLang="en-US" sz="1800" dirty="0" smtClean="0">
                <a:sym typeface="Symbol" panose="05050102010706020507" pitchFamily="18" charset="2"/>
              </a:rPr>
              <a:t>bread,</a:t>
            </a:r>
            <a:endParaRPr lang="en-US" altLang="en-US" sz="1800" dirty="0">
              <a:sym typeface="Symbol" panose="05050102010706020507" pitchFamily="18" charset="2"/>
            </a:endParaRPr>
          </a:p>
          <a:p>
            <a:pPr lvl="3"/>
            <a:r>
              <a:rPr lang="en-US" altLang="en-US" sz="1800" dirty="0" smtClean="0">
                <a:sym typeface="Symbol" panose="05050102010706020507" pitchFamily="18" charset="2"/>
              </a:rPr>
              <a:t>skim </a:t>
            </a:r>
            <a:r>
              <a:rPr lang="en-US" altLang="en-US" sz="1800" dirty="0">
                <a:sym typeface="Symbol" panose="05050102010706020507" pitchFamily="18" charset="2"/>
              </a:rPr>
              <a:t>milk  wheat bread, etc</a:t>
            </a:r>
            <a:r>
              <a:rPr lang="en-US" altLang="en-US" sz="1800" dirty="0" smtClean="0">
                <a:sym typeface="Symbol" panose="05050102010706020507" pitchFamily="18" charset="2"/>
              </a:rPr>
              <a:t>.</a:t>
            </a:r>
            <a:endParaRPr lang="en-US" altLang="en-US" sz="1800" dirty="0" smtClean="0">
              <a:sym typeface="Symbol" panose="05050102010706020507" pitchFamily="18" charset="2"/>
            </a:endParaRPr>
          </a:p>
          <a:p>
            <a:pPr lvl="3"/>
            <a:endParaRPr lang="en-US" altLang="en-US" sz="18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/>
              <a:t>Rules at higher level of hierarchy may be too generic</a:t>
            </a:r>
            <a:endParaRPr lang="en-US" altLang="en-US" sz="2000" dirty="0"/>
          </a:p>
          <a:p>
            <a:pPr lvl="2"/>
            <a:r>
              <a:rPr lang="en-US" altLang="en-US" sz="1800" dirty="0"/>
              <a:t> e.g., 	electronics </a:t>
            </a:r>
            <a:r>
              <a:rPr lang="en-US" altLang="en-US" sz="1800" dirty="0">
                <a:sym typeface="Symbol" panose="05050102010706020507" pitchFamily="18" charset="2"/>
              </a:rPr>
              <a:t> food</a:t>
            </a:r>
            <a:br>
              <a:rPr lang="en-US" altLang="en-US" sz="1800" dirty="0">
                <a:sym typeface="Symbol" panose="05050102010706020507" pitchFamily="18" charset="2"/>
              </a:rPr>
            </a:br>
            <a:endParaRPr lang="en-US" altLang="en-US" sz="1800" dirty="0">
              <a:sym typeface="Symbol" panose="05050102010706020507" pitchFamily="18" charset="2"/>
            </a:endParaRPr>
          </a:p>
          <a:p>
            <a:pPr lvl="1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Multi-level Association Rules</a:t>
            </a:r>
            <a:endParaRPr lang="en-US" alt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How do support and confidence vary as we traverse the concept hierarchy?</a:t>
            </a:r>
            <a:endParaRPr lang="en-US" altLang="en-US" dirty="0"/>
          </a:p>
          <a:p>
            <a:pPr lvl="4"/>
            <a:endParaRPr lang="en-US" altLang="en-US" dirty="0"/>
          </a:p>
          <a:p>
            <a:pPr lvl="1"/>
            <a:r>
              <a:rPr lang="en-US" altLang="en-US" dirty="0"/>
              <a:t>If     	</a:t>
            </a:r>
            <a:r>
              <a:rPr lang="en-US" altLang="en-US" dirty="0">
                <a:sym typeface="Symbol" panose="05050102010706020507" pitchFamily="18" charset="2"/>
              </a:rPr>
              <a:t></a:t>
            </a:r>
            <a:r>
              <a:rPr lang="en-US" altLang="en-US" dirty="0"/>
              <a:t>(X1 </a:t>
            </a:r>
            <a:r>
              <a:rPr lang="en-US" altLang="en-US" dirty="0">
                <a:sym typeface="Symbol" panose="05050102010706020507" pitchFamily="18" charset="2"/>
              </a:rPr>
              <a:t> Y1</a:t>
            </a:r>
            <a:r>
              <a:rPr lang="en-US" altLang="en-US" dirty="0"/>
              <a:t>) </a:t>
            </a:r>
            <a:r>
              <a:rPr lang="en-US" altLang="en-US" dirty="0">
                <a:cs typeface="Arial" panose="020B0604020202020204" pitchFamily="34" charset="0"/>
              </a:rPr>
              <a:t>≥ </a:t>
            </a:r>
            <a:r>
              <a:rPr lang="en-US" altLang="en-US" dirty="0" err="1">
                <a:cs typeface="Arial" panose="020B0604020202020204" pitchFamily="34" charset="0"/>
              </a:rPr>
              <a:t>min</a:t>
            </a:r>
            <a:r>
              <a:rPr lang="en-US" altLang="en-US" dirty="0" err="1">
                <a:sym typeface="Symbol" panose="05050102010706020507" pitchFamily="18" charset="2"/>
              </a:rPr>
              <a:t>sup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and 	X is parent of X1, Y is parent of Y1 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then	</a:t>
            </a:r>
            <a:r>
              <a:rPr lang="en-US" altLang="en-US" dirty="0">
                <a:sym typeface="Symbol" panose="05050102010706020507" pitchFamily="18" charset="2"/>
              </a:rPr>
              <a:t>(X  Y1) </a:t>
            </a:r>
            <a:r>
              <a:rPr lang="en-US" altLang="en-US" dirty="0">
                <a:cs typeface="Arial" panose="020B0604020202020204" pitchFamily="34" charset="0"/>
              </a:rPr>
              <a:t>≥ </a:t>
            </a:r>
            <a:r>
              <a:rPr lang="en-US" altLang="en-US" dirty="0" err="1">
                <a:cs typeface="Arial" panose="020B0604020202020204" pitchFamily="34" charset="0"/>
              </a:rPr>
              <a:t>min</a:t>
            </a:r>
            <a:r>
              <a:rPr lang="en-US" altLang="en-US" dirty="0" err="1">
                <a:sym typeface="Symbol" panose="05050102010706020507" pitchFamily="18" charset="2"/>
              </a:rPr>
              <a:t>sup</a:t>
            </a:r>
            <a:r>
              <a:rPr lang="en-US" altLang="en-US" dirty="0">
                <a:sym typeface="Symbol" panose="05050102010706020507" pitchFamily="18" charset="2"/>
              </a:rPr>
              <a:t>, (X1  Y) </a:t>
            </a:r>
            <a:r>
              <a:rPr lang="en-US" altLang="en-US" dirty="0">
                <a:cs typeface="Arial" panose="020B0604020202020204" pitchFamily="34" charset="0"/>
              </a:rPr>
              <a:t>≥ </a:t>
            </a:r>
            <a:r>
              <a:rPr lang="en-US" altLang="en-US" dirty="0" err="1">
                <a:cs typeface="Arial" panose="020B0604020202020204" pitchFamily="34" charset="0"/>
              </a:rPr>
              <a:t>min</a:t>
            </a:r>
            <a:r>
              <a:rPr lang="en-US" altLang="en-US" dirty="0" err="1">
                <a:sym typeface="Symbol" panose="05050102010706020507" pitchFamily="18" charset="2"/>
              </a:rPr>
              <a:t>sup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		(X  Y) </a:t>
            </a:r>
            <a:r>
              <a:rPr lang="en-US" altLang="en-US" dirty="0">
                <a:cs typeface="Arial" panose="020B0604020202020204" pitchFamily="34" charset="0"/>
              </a:rPr>
              <a:t>≥ </a:t>
            </a:r>
            <a:r>
              <a:rPr lang="en-US" altLang="en-US" dirty="0" err="1">
                <a:cs typeface="Arial" panose="020B0604020202020204" pitchFamily="34" charset="0"/>
              </a:rPr>
              <a:t>min</a:t>
            </a:r>
            <a:r>
              <a:rPr lang="en-US" altLang="en-US" dirty="0" err="1">
                <a:sym typeface="Symbol" panose="05050102010706020507" pitchFamily="18" charset="2"/>
              </a:rPr>
              <a:t>sup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endParaRPr lang="en-US" altLang="en-US" dirty="0">
              <a:sym typeface="Symbol" panose="05050102010706020507" pitchFamily="18" charset="2"/>
            </a:endParaRPr>
          </a:p>
          <a:p>
            <a:pPr lvl="4"/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	</a:t>
            </a:r>
            <a:r>
              <a:rPr lang="en-US" altLang="en-US" dirty="0" err="1">
                <a:sym typeface="Symbol" panose="05050102010706020507" pitchFamily="18" charset="2"/>
              </a:rPr>
              <a:t>conf</a:t>
            </a:r>
            <a:r>
              <a:rPr lang="en-US" altLang="en-US" dirty="0">
                <a:sym typeface="Symbol" panose="05050102010706020507" pitchFamily="18" charset="2"/>
              </a:rPr>
              <a:t>(X1  Y1) </a:t>
            </a:r>
            <a:r>
              <a:rPr lang="en-US" altLang="en-US" dirty="0">
                <a:cs typeface="Arial" panose="020B0604020202020204" pitchFamily="34" charset="0"/>
              </a:rPr>
              <a:t>≥ </a:t>
            </a:r>
            <a:r>
              <a:rPr lang="en-US" altLang="en-US" dirty="0" err="1">
                <a:cs typeface="Arial" panose="020B0604020202020204" pitchFamily="34" charset="0"/>
              </a:rPr>
              <a:t>minconf</a:t>
            </a:r>
            <a:r>
              <a:rPr lang="en-US" altLang="en-US" dirty="0">
                <a:cs typeface="Arial" panose="020B0604020202020204" pitchFamily="34" charset="0"/>
              </a:rPr>
              <a:t>,</a:t>
            </a:r>
            <a:br>
              <a:rPr lang="en-US" altLang="en-US" dirty="0">
                <a:cs typeface="Arial" panose="020B0604020202020204" pitchFamily="34" charset="0"/>
              </a:rPr>
            </a:br>
            <a:r>
              <a:rPr lang="en-US" altLang="en-US" dirty="0">
                <a:cs typeface="Arial" panose="020B0604020202020204" pitchFamily="34" charset="0"/>
              </a:rPr>
              <a:t>then	</a:t>
            </a:r>
            <a:r>
              <a:rPr lang="en-US" altLang="en-US" dirty="0" err="1">
                <a:cs typeface="Arial" panose="020B0604020202020204" pitchFamily="34" charset="0"/>
              </a:rPr>
              <a:t>conf</a:t>
            </a:r>
            <a:r>
              <a:rPr lang="en-US" altLang="en-US" dirty="0">
                <a:cs typeface="Arial" panose="020B0604020202020204" pitchFamily="34" charset="0"/>
              </a:rPr>
              <a:t>(X1</a:t>
            </a:r>
            <a:r>
              <a:rPr lang="en-US" altLang="en-US" dirty="0">
                <a:sym typeface="Symbol" panose="05050102010706020507" pitchFamily="18" charset="2"/>
              </a:rPr>
              <a:t>  Y) </a:t>
            </a:r>
            <a:r>
              <a:rPr lang="en-US" altLang="en-US" dirty="0">
                <a:cs typeface="Arial" panose="020B0604020202020204" pitchFamily="34" charset="0"/>
              </a:rPr>
              <a:t>≥ </a:t>
            </a:r>
            <a:r>
              <a:rPr lang="en-US" altLang="en-US" dirty="0" err="1">
                <a:cs typeface="Arial" panose="020B0604020202020204" pitchFamily="34" charset="0"/>
              </a:rPr>
              <a:t>minconf</a:t>
            </a:r>
            <a:endParaRPr lang="en-US" altLang="en-US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Ink 2"/>
              <p14:cNvContentPartPr/>
              <p14:nvPr/>
            </p14:nvContentPartPr>
            <p14:xfrm>
              <a:off x="6142320" y="5824080"/>
              <a:ext cx="1303920" cy="48960"/>
            </p14:xfrm>
          </p:contentPart>
        </mc:Choice>
        <mc:Fallback xmlns="">
          <p:pic>
            <p:nvPicPr>
              <p:cNvPr id="3" name="Ink 2"/>
            </p:nvPicPr>
            <p:blipFill>
              <a:blip r:embed="rId3"/>
            </p:blipFill>
            <p:spPr>
              <a:xfrm>
                <a:off x="6142320" y="5824080"/>
                <a:ext cx="1303920" cy="489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4" name="Ink 13"/>
              <p14:cNvContentPartPr/>
              <p14:nvPr/>
            </p14:nvContentPartPr>
            <p14:xfrm>
              <a:off x="6553213" y="3968040"/>
              <a:ext cx="507467" cy="1112200"/>
            </p14:xfrm>
          </p:contentPart>
        </mc:Choice>
        <mc:Fallback xmlns="">
          <p:pic>
            <p:nvPicPr>
              <p:cNvPr id="14" name="Ink 13"/>
            </p:nvPicPr>
            <p:blipFill>
              <a:blip r:embed="rId5"/>
            </p:blipFill>
            <p:spPr>
              <a:xfrm>
                <a:off x="6553213" y="3968040"/>
                <a:ext cx="507467" cy="1112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15" name="Ink 14"/>
              <p14:cNvContentPartPr/>
              <p14:nvPr/>
            </p14:nvContentPartPr>
            <p14:xfrm>
              <a:off x="7385760" y="3904320"/>
              <a:ext cx="386640" cy="965400"/>
            </p14:xfrm>
          </p:contentPart>
        </mc:Choice>
        <mc:Fallback xmlns="">
          <p:pic>
            <p:nvPicPr>
              <p:cNvPr id="15" name="Ink 14"/>
            </p:nvPicPr>
            <p:blipFill>
              <a:blip r:embed="rId7"/>
            </p:blipFill>
            <p:spPr>
              <a:xfrm>
                <a:off x="7385760" y="3904320"/>
                <a:ext cx="386640" cy="965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17" name="Ink 16"/>
              <p14:cNvContentPartPr/>
              <p14:nvPr/>
            </p14:nvContentPartPr>
            <p14:xfrm>
              <a:off x="6090120" y="5381400"/>
              <a:ext cx="2809080" cy="824920"/>
            </p14:xfrm>
          </p:contentPart>
        </mc:Choice>
        <mc:Fallback xmlns="">
          <p:pic>
            <p:nvPicPr>
              <p:cNvPr id="17" name="Ink 16"/>
            </p:nvPicPr>
            <p:blipFill>
              <a:blip r:embed="rId9"/>
            </p:blipFill>
            <p:spPr>
              <a:xfrm>
                <a:off x="6090120" y="5381400"/>
                <a:ext cx="2809080" cy="824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18" name="Ink 17"/>
              <p14:cNvContentPartPr/>
              <p14:nvPr/>
            </p14:nvContentPartPr>
            <p14:xfrm>
              <a:off x="7594920" y="5504760"/>
              <a:ext cx="190080" cy="393840"/>
            </p14:xfrm>
          </p:contentPart>
        </mc:Choice>
        <mc:Fallback xmlns="">
          <p:pic>
            <p:nvPicPr>
              <p:cNvPr id="18" name="Ink 17"/>
            </p:nvPicPr>
            <p:blipFill>
              <a:blip r:embed="rId11"/>
            </p:blipFill>
            <p:spPr>
              <a:xfrm>
                <a:off x="7594920" y="5504760"/>
                <a:ext cx="190080" cy="39384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Multi-level Association Rules</a:t>
            </a:r>
            <a:endParaRPr lang="en-US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Approach 1:</a:t>
            </a:r>
            <a:endParaRPr lang="en-US" altLang="en-US" sz="2400"/>
          </a:p>
          <a:p>
            <a:pPr lvl="1"/>
            <a:r>
              <a:rPr lang="en-US" altLang="en-US" sz="2000"/>
              <a:t>Extend current association rule formulation by augmenting each transaction with higher level items</a:t>
            </a:r>
            <a:endParaRPr lang="en-US" altLang="en-US" sz="2000"/>
          </a:p>
          <a:p>
            <a:pPr lvl="1">
              <a:buFont typeface="Arial" panose="020B0604020202020204" pitchFamily="34" charset="0"/>
              <a:buNone/>
            </a:pPr>
            <a:endParaRPr lang="en-US" altLang="en-US" sz="2000"/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000"/>
              <a:t>Original Transaction: {skim milk, wheat bread} </a:t>
            </a:r>
            <a:endParaRPr lang="en-US" altLang="en-US" sz="2000"/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000"/>
              <a:t>Augmented Transaction:</a:t>
            </a:r>
            <a:br>
              <a:rPr lang="en-US" altLang="en-US" sz="2000"/>
            </a:br>
            <a:r>
              <a:rPr lang="en-US" altLang="en-US" sz="2000"/>
              <a:t> {skim milk, wheat bread, milk, bread, food}</a:t>
            </a:r>
            <a:endParaRPr lang="en-US" altLang="en-US" sz="2000"/>
          </a:p>
          <a:p>
            <a:pPr lvl="1">
              <a:buFont typeface="Arial" panose="020B0604020202020204" pitchFamily="34" charset="0"/>
              <a:buNone/>
            </a:pPr>
            <a:endParaRPr lang="en-US" altLang="en-US" sz="2000"/>
          </a:p>
          <a:p>
            <a:r>
              <a:rPr lang="en-US" altLang="en-US" sz="2400"/>
              <a:t>Issues:</a:t>
            </a:r>
            <a:endParaRPr lang="en-US" altLang="en-US" sz="2400"/>
          </a:p>
          <a:p>
            <a:pPr lvl="1"/>
            <a:r>
              <a:rPr lang="en-US" altLang="en-US" sz="2000"/>
              <a:t>Items that reside at higher levels have much higher support counts </a:t>
            </a:r>
            <a:endParaRPr lang="en-US" altLang="en-US" sz="2000"/>
          </a:p>
          <a:p>
            <a:pPr lvl="2"/>
            <a:r>
              <a:rPr lang="en-US" altLang="en-US" sz="1800"/>
              <a:t> if support threshold is low, too many frequent patterns involving items from the higher levels</a:t>
            </a:r>
            <a:endParaRPr lang="en-US" altLang="en-US" sz="1800"/>
          </a:p>
          <a:p>
            <a:pPr lvl="1"/>
            <a:r>
              <a:rPr lang="en-US" altLang="en-US" sz="2000"/>
              <a:t>Increased dimensionality of the data</a:t>
            </a:r>
            <a:endParaRPr lang="en-US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Multi-level Association Rules</a:t>
            </a:r>
            <a:endParaRPr lang="en-US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Approach 2:</a:t>
            </a:r>
            <a:endParaRPr lang="en-US" altLang="en-US"/>
          </a:p>
          <a:p>
            <a:pPr lvl="1"/>
            <a:r>
              <a:rPr lang="en-US" altLang="en-US"/>
              <a:t>Generate frequent patterns at highest level first </a:t>
            </a:r>
            <a:endParaRPr lang="en-US" altLang="en-US"/>
          </a:p>
          <a:p>
            <a:pPr lvl="2">
              <a:buFont typeface="Wingdings" panose="05000000000000000000" pitchFamily="2" charset="2"/>
              <a:buNone/>
            </a:pPr>
            <a:endParaRPr lang="en-US" altLang="en-US"/>
          </a:p>
          <a:p>
            <a:pPr lvl="1"/>
            <a:r>
              <a:rPr lang="en-US" altLang="en-US"/>
              <a:t>Then, generate frequent patterns at the next highest level, and so on</a:t>
            </a:r>
            <a:endParaRPr lang="en-US" altLang="en-US"/>
          </a:p>
          <a:p>
            <a:pPr lvl="1"/>
            <a:endParaRPr lang="en-US" altLang="en-US"/>
          </a:p>
          <a:p>
            <a:r>
              <a:rPr lang="en-US" altLang="en-US"/>
              <a:t>Issues:</a:t>
            </a:r>
            <a:endParaRPr lang="en-US" altLang="en-US"/>
          </a:p>
          <a:p>
            <a:pPr lvl="1"/>
            <a:r>
              <a:rPr lang="en-US" altLang="en-US"/>
              <a:t>I/O requirements will increase dramatically because we need to perform more passes over the data</a:t>
            </a:r>
            <a:endParaRPr lang="en-US" altLang="en-US"/>
          </a:p>
          <a:p>
            <a:pPr lvl="1"/>
            <a:r>
              <a:rPr lang="en-US" altLang="en-US"/>
              <a:t>May miss some potentially interesting cross-level association patterns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381000" y="3168650"/>
            <a:ext cx="82296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/>
              <a:t>Sequential Patterns</a:t>
            </a:r>
            <a:endParaRPr lang="en-US" altLang="en-US" sz="1600" b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/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228600" y="152400"/>
            <a:ext cx="8763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3200">
                <a:latin typeface="Tahoma" panose="020B0604030504040204" pitchFamily="34" charset="0"/>
              </a:rPr>
              <a:t>Data Mining </a:t>
            </a:r>
            <a:br>
              <a:rPr lang="en-US" altLang="en-US" sz="3200">
                <a:latin typeface="Tahoma" panose="020B0604030504040204" pitchFamily="34" charset="0"/>
              </a:rPr>
            </a:br>
            <a:r>
              <a:rPr lang="en-US" altLang="en-US" sz="3200">
                <a:latin typeface="Tahoma" panose="020B0604030504040204" pitchFamily="34" charset="0"/>
              </a:rPr>
              <a:t>Association Analysis: Advanced Concepts</a:t>
            </a:r>
            <a:endParaRPr lang="en-US" altLang="en-US" sz="3200">
              <a:latin typeface="Tahoma" panose="020B0604030504040204" pitchFamily="34" charset="0"/>
            </a:endParaRPr>
          </a:p>
        </p:txBody>
      </p:sp>
      <p:grpSp>
        <p:nvGrpSpPr>
          <p:cNvPr id="35844" name="Group 4"/>
          <p:cNvGrpSpPr/>
          <p:nvPr/>
        </p:nvGrpSpPr>
        <p:grpSpPr bwMode="auto">
          <a:xfrm>
            <a:off x="304800" y="990600"/>
            <a:ext cx="8534400" cy="152400"/>
            <a:chOff x="264" y="788"/>
            <a:chExt cx="5232" cy="124"/>
          </a:xfrm>
        </p:grpSpPr>
        <p:sp>
          <p:nvSpPr>
            <p:cNvPr id="35845" name="Rectangle 5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5846" name="Rectangle 6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 of Sequence</a:t>
            </a:r>
            <a:endParaRPr lang="en-US" alt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428037" cy="5181600"/>
          </a:xfrm>
        </p:spPr>
        <p:txBody>
          <a:bodyPr/>
          <a:lstStyle/>
          <a:p>
            <a:r>
              <a:rPr lang="en-US" altLang="en-US"/>
              <a:t>Sequence of different transactions by a customer at an online store:</a:t>
            </a:r>
            <a:endParaRPr lang="en-US" altLang="en-US"/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1800"/>
              <a:t>  &lt; {Digital Camera,iPad} {memory card}  {headphone,iPad cover} &gt;</a:t>
            </a:r>
            <a:endParaRPr lang="en-US" altLang="en-US"/>
          </a:p>
          <a:p>
            <a:pPr lvl="1"/>
            <a:endParaRPr lang="en-US" altLang="en-US" sz="1000"/>
          </a:p>
          <a:p>
            <a:r>
              <a:rPr lang="en-US" altLang="en-US"/>
              <a:t>Sequence of initiating events causing the nuclear accident at 3-mile Island:</a:t>
            </a:r>
            <a:br>
              <a:rPr lang="en-US" altLang="en-US"/>
            </a:br>
            <a:r>
              <a:rPr lang="en-US" altLang="en-US" sz="1400"/>
              <a:t>(http://stellar-one.com/nuclear/staff_reports/summary_SOE_the_initiating_event.htm)</a:t>
            </a:r>
            <a:endParaRPr lang="en-US" altLang="en-US" sz="1400"/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1800"/>
              <a:t>&lt;   {clogged resin} {outlet valve closure} {loss of feedwater} </a:t>
            </a:r>
            <a:br>
              <a:rPr lang="en-US" altLang="en-US" sz="1800"/>
            </a:br>
            <a:r>
              <a:rPr lang="en-US" altLang="en-US" sz="1800"/>
              <a:t>{condenser polisher outlet valve shut} {booster pumps trip} </a:t>
            </a:r>
            <a:br>
              <a:rPr lang="en-US" altLang="en-US" sz="1800"/>
            </a:br>
            <a:r>
              <a:rPr lang="en-US" altLang="en-US" sz="1800"/>
              <a:t>{main waterpump trips} {main turbine trips} {reactor pressure increases}&gt;</a:t>
            </a:r>
            <a:br>
              <a:rPr lang="en-US" altLang="en-US" sz="1800"/>
            </a:br>
            <a:endParaRPr lang="en-US" altLang="en-US" sz="1600"/>
          </a:p>
          <a:p>
            <a:r>
              <a:rPr lang="en-US" altLang="en-US"/>
              <a:t>Sequence of books checked out at a library:</a:t>
            </a:r>
            <a:endParaRPr lang="en-US" altLang="en-US"/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1800"/>
              <a:t>&lt;{Fellowship of the Ring} {The Two Towers}  {Return of the King}&gt;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r>
              <a:rPr lang="en-US" altLang="en-US"/>
              <a:t>Sequential Pattern Discovery: Examples</a:t>
            </a:r>
            <a:endParaRPr lang="en-US" altLang="en-US"/>
          </a:p>
        </p:txBody>
      </p:sp>
      <p:sp>
        <p:nvSpPr>
          <p:cNvPr id="76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229600" cy="4286250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In telecommunications alarm logs,</a:t>
            </a:r>
            <a:r>
              <a:rPr lang="en-US" sz="1800" dirty="0"/>
              <a:t> 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2000" dirty="0" err="1"/>
              <a:t>Inverter_Problem</a:t>
            </a:r>
            <a:r>
              <a:rPr lang="en-US" sz="2000" dirty="0"/>
              <a:t>: </a:t>
            </a:r>
            <a:endParaRPr lang="en-US" sz="2000" dirty="0"/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sz="2000" dirty="0"/>
              <a:t>(</a:t>
            </a:r>
            <a:r>
              <a:rPr lang="en-US" sz="2000" dirty="0" err="1"/>
              <a:t>Excessive_Line_Current</a:t>
            </a:r>
            <a:r>
              <a:rPr lang="en-US" sz="2000" dirty="0"/>
              <a:t>) (</a:t>
            </a:r>
            <a:r>
              <a:rPr lang="en-US" sz="2000" dirty="0" err="1"/>
              <a:t>Rectifier_Alarm</a:t>
            </a:r>
            <a:r>
              <a:rPr lang="en-US" sz="2000" dirty="0"/>
              <a:t>) --&gt; (</a:t>
            </a:r>
            <a:r>
              <a:rPr lang="en-US" sz="2000" dirty="0" err="1"/>
              <a:t>Fire_Alarm</a:t>
            </a:r>
            <a:r>
              <a:rPr lang="en-US" sz="2000" dirty="0"/>
              <a:t>)</a:t>
            </a:r>
            <a:endParaRPr lang="en-US" sz="2000" dirty="0"/>
          </a:p>
          <a:p>
            <a:pPr marL="457200" lvl="1" indent="0">
              <a:buFont typeface="Arial" panose="020B0604020202020204" pitchFamily="34" charset="0"/>
              <a:buNone/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In point-of-sale transaction sequences,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2000" dirty="0"/>
              <a:t>Computer Bookstore:  </a:t>
            </a:r>
            <a:endParaRPr lang="en-US" sz="2000" dirty="0"/>
          </a:p>
          <a:p>
            <a:pPr lvl="1">
              <a:buFont typeface="Arial" panose="020B0604020202020204" pitchFamily="34" charset="0"/>
              <a:buNone/>
              <a:defRPr/>
            </a:pPr>
            <a:r>
              <a:rPr lang="en-US" sz="2000" dirty="0"/>
              <a:t>	  (</a:t>
            </a:r>
            <a:r>
              <a:rPr lang="en-US" sz="2000" dirty="0" err="1"/>
              <a:t>Intro_To_Visual_C</a:t>
            </a:r>
            <a:r>
              <a:rPr lang="en-US" sz="2000" dirty="0"/>
              <a:t>)  (C++_Primer) --&gt; 							(</a:t>
            </a:r>
            <a:r>
              <a:rPr lang="en-US" sz="2000" dirty="0" err="1"/>
              <a:t>Perl_for_dummies,Tcl_Tk</a:t>
            </a:r>
            <a:r>
              <a:rPr lang="en-US" sz="2000" dirty="0"/>
              <a:t>)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2000" dirty="0"/>
              <a:t>Athletic Apparel Store: </a:t>
            </a:r>
            <a:endParaRPr lang="en-US" sz="2000" dirty="0"/>
          </a:p>
          <a:p>
            <a:pPr lvl="1">
              <a:buFont typeface="Arial" panose="020B0604020202020204" pitchFamily="34" charset="0"/>
              <a:buNone/>
              <a:defRPr/>
            </a:pPr>
            <a:r>
              <a:rPr lang="en-US" sz="2000" dirty="0"/>
              <a:t>	  (Shoes) (Racket, </a:t>
            </a:r>
            <a:r>
              <a:rPr lang="en-US" sz="2000" dirty="0" err="1"/>
              <a:t>Racketball</a:t>
            </a:r>
            <a:r>
              <a:rPr lang="en-US" sz="2000" dirty="0"/>
              <a:t>) --&gt; (</a:t>
            </a:r>
            <a:r>
              <a:rPr lang="en-US" sz="2000" dirty="0" err="1"/>
              <a:t>Sports_Jacket</a:t>
            </a:r>
            <a:r>
              <a:rPr lang="en-US" sz="2000" dirty="0"/>
              <a:t>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Sequence Data</a:t>
            </a:r>
            <a:endParaRPr lang="en-US" altLang="en-US"/>
          </a:p>
        </p:txBody>
      </p:sp>
      <p:graphicFrame>
        <p:nvGraphicFramePr>
          <p:cNvPr id="1466371" name="Group 3"/>
          <p:cNvGraphicFramePr>
            <a:graphicFrameLocks noGrp="1"/>
          </p:cNvGraphicFramePr>
          <p:nvPr>
            <p:ph idx="1"/>
          </p:nvPr>
        </p:nvGraphicFramePr>
        <p:xfrm>
          <a:off x="152400" y="1117600"/>
          <a:ext cx="8915400" cy="3530601"/>
        </p:xfrm>
        <a:graphic>
          <a:graphicData uri="http://schemas.openxmlformats.org/drawingml/2006/table">
            <a:tbl>
              <a:tblPr/>
              <a:tblGrid>
                <a:gridCol w="1447800"/>
                <a:gridCol w="2743200"/>
                <a:gridCol w="2514600"/>
                <a:gridCol w="2209800"/>
              </a:tblGrid>
              <a:tr h="7010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Sequence Database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Sequence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Element (Transaction)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Event</a:t>
                      </a:r>
                      <a:b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(Item)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8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Customer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Purchase history of a given customer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set of items bought by a customer at time t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Books, diary products, CDs, etc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Web Data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Browsing activity of a particular Web visitor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collection of files viewed by a Web visitor after a single mouse click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Home page, index page, contact info, etc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7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Event data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History of events generated by a given sensor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Events triggered by a sensor at time t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Types of alarms generated by sensors 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Genome sequences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DNA sequence of a particular species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An element of the DNA sequence 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Bases A,T,G,C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995" name="Line 35"/>
          <p:cNvSpPr>
            <a:spLocks noChangeShapeType="1"/>
          </p:cNvSpPr>
          <p:nvPr/>
        </p:nvSpPr>
        <p:spPr bwMode="auto">
          <a:xfrm>
            <a:off x="1828800" y="62484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6" name="Text Box 36"/>
          <p:cNvSpPr txBox="1">
            <a:spLocks noChangeArrowheads="1"/>
          </p:cNvSpPr>
          <p:nvPr/>
        </p:nvSpPr>
        <p:spPr bwMode="auto">
          <a:xfrm>
            <a:off x="457200" y="58674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ahoma" panose="020B0604030504040204" pitchFamily="34" charset="0"/>
              </a:rPr>
              <a:t>Sequence</a:t>
            </a:r>
            <a:endParaRPr lang="en-US" altLang="en-US" sz="20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0997" name="Line 37"/>
          <p:cNvSpPr>
            <a:spLocks noChangeShapeType="1"/>
          </p:cNvSpPr>
          <p:nvPr/>
        </p:nvSpPr>
        <p:spPr bwMode="auto">
          <a:xfrm>
            <a:off x="2286000" y="61722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8" name="Line 38"/>
          <p:cNvSpPr>
            <a:spLocks noChangeShapeType="1"/>
          </p:cNvSpPr>
          <p:nvPr/>
        </p:nvSpPr>
        <p:spPr bwMode="auto">
          <a:xfrm>
            <a:off x="3048000" y="61722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9" name="Line 39"/>
          <p:cNvSpPr>
            <a:spLocks noChangeShapeType="1"/>
          </p:cNvSpPr>
          <p:nvPr/>
        </p:nvSpPr>
        <p:spPr bwMode="auto">
          <a:xfrm>
            <a:off x="3810000" y="61722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0" name="Line 40"/>
          <p:cNvSpPr>
            <a:spLocks noChangeShapeType="1"/>
          </p:cNvSpPr>
          <p:nvPr/>
        </p:nvSpPr>
        <p:spPr bwMode="auto">
          <a:xfrm>
            <a:off x="4572000" y="61722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1" name="Line 41"/>
          <p:cNvSpPr>
            <a:spLocks noChangeShapeType="1"/>
          </p:cNvSpPr>
          <p:nvPr/>
        </p:nvSpPr>
        <p:spPr bwMode="auto">
          <a:xfrm>
            <a:off x="5334000" y="61722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2" name="Line 42"/>
          <p:cNvSpPr>
            <a:spLocks noChangeShapeType="1"/>
          </p:cNvSpPr>
          <p:nvPr/>
        </p:nvSpPr>
        <p:spPr bwMode="auto">
          <a:xfrm>
            <a:off x="6096000" y="61722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3" name="Line 43"/>
          <p:cNvSpPr>
            <a:spLocks noChangeShapeType="1"/>
          </p:cNvSpPr>
          <p:nvPr/>
        </p:nvSpPr>
        <p:spPr bwMode="auto">
          <a:xfrm>
            <a:off x="6858000" y="61722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4" name="Line 44"/>
          <p:cNvSpPr>
            <a:spLocks noChangeShapeType="1"/>
          </p:cNvSpPr>
          <p:nvPr/>
        </p:nvSpPr>
        <p:spPr bwMode="auto">
          <a:xfrm>
            <a:off x="7620000" y="61722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5" name="Oval 45"/>
          <p:cNvSpPr>
            <a:spLocks noChangeArrowheads="1"/>
          </p:cNvSpPr>
          <p:nvPr/>
        </p:nvSpPr>
        <p:spPr bwMode="auto">
          <a:xfrm>
            <a:off x="2819400" y="5257800"/>
            <a:ext cx="533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ahoma" panose="020B0604030504040204" pitchFamily="34" charset="0"/>
              </a:rPr>
              <a:t>E1</a:t>
            </a:r>
            <a:br>
              <a:rPr lang="en-US" altLang="en-US" sz="2000" b="0">
                <a:solidFill>
                  <a:srgbClr val="000000"/>
                </a:solidFill>
                <a:latin typeface="Tahoma" panose="020B0604030504040204" pitchFamily="34" charset="0"/>
              </a:rPr>
            </a:br>
            <a:r>
              <a:rPr lang="en-US" altLang="en-US" sz="2000" b="0">
                <a:solidFill>
                  <a:srgbClr val="000000"/>
                </a:solidFill>
                <a:latin typeface="Tahoma" panose="020B0604030504040204" pitchFamily="34" charset="0"/>
              </a:rPr>
              <a:t>E2</a:t>
            </a:r>
            <a:endParaRPr lang="en-US" altLang="en-US" sz="20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1006" name="Oval 46"/>
          <p:cNvSpPr>
            <a:spLocks noChangeArrowheads="1"/>
          </p:cNvSpPr>
          <p:nvPr/>
        </p:nvSpPr>
        <p:spPr bwMode="auto">
          <a:xfrm>
            <a:off x="3505200" y="5257800"/>
            <a:ext cx="533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ahoma" panose="020B0604030504040204" pitchFamily="34" charset="0"/>
              </a:rPr>
              <a:t>E1</a:t>
            </a:r>
            <a:br>
              <a:rPr lang="en-US" altLang="en-US" sz="2000" b="0">
                <a:solidFill>
                  <a:srgbClr val="000000"/>
                </a:solidFill>
                <a:latin typeface="Tahoma" panose="020B0604030504040204" pitchFamily="34" charset="0"/>
              </a:rPr>
            </a:br>
            <a:r>
              <a:rPr lang="en-US" altLang="en-US" sz="2000" b="0">
                <a:solidFill>
                  <a:srgbClr val="000000"/>
                </a:solidFill>
                <a:latin typeface="Tahoma" panose="020B0604030504040204" pitchFamily="34" charset="0"/>
              </a:rPr>
              <a:t>E3</a:t>
            </a:r>
            <a:endParaRPr lang="en-US" altLang="en-US" sz="20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1007" name="Oval 47"/>
          <p:cNvSpPr>
            <a:spLocks noChangeArrowheads="1"/>
          </p:cNvSpPr>
          <p:nvPr/>
        </p:nvSpPr>
        <p:spPr bwMode="auto">
          <a:xfrm>
            <a:off x="4267200" y="5257800"/>
            <a:ext cx="533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ahoma" panose="020B0604030504040204" pitchFamily="34" charset="0"/>
              </a:rPr>
              <a:t>E2</a:t>
            </a:r>
            <a:endParaRPr lang="en-US" altLang="en-US" sz="20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1008" name="Oval 48"/>
          <p:cNvSpPr>
            <a:spLocks noChangeArrowheads="1"/>
          </p:cNvSpPr>
          <p:nvPr/>
        </p:nvSpPr>
        <p:spPr bwMode="auto">
          <a:xfrm>
            <a:off x="6553200" y="5257800"/>
            <a:ext cx="533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ahoma" panose="020B0604030504040204" pitchFamily="34" charset="0"/>
              </a:rPr>
              <a:t>E3</a:t>
            </a:r>
            <a:br>
              <a:rPr lang="en-US" altLang="en-US" sz="2000" b="0">
                <a:solidFill>
                  <a:srgbClr val="000000"/>
                </a:solidFill>
                <a:latin typeface="Tahoma" panose="020B0604030504040204" pitchFamily="34" charset="0"/>
              </a:rPr>
            </a:br>
            <a:r>
              <a:rPr lang="en-US" altLang="en-US" sz="2000" b="0">
                <a:solidFill>
                  <a:srgbClr val="000000"/>
                </a:solidFill>
                <a:latin typeface="Tahoma" panose="020B0604030504040204" pitchFamily="34" charset="0"/>
              </a:rPr>
              <a:t>E4</a:t>
            </a:r>
            <a:endParaRPr lang="en-US" altLang="en-US" sz="20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1009" name="Oval 49"/>
          <p:cNvSpPr>
            <a:spLocks noChangeArrowheads="1"/>
          </p:cNvSpPr>
          <p:nvPr/>
        </p:nvSpPr>
        <p:spPr bwMode="auto">
          <a:xfrm>
            <a:off x="5791200" y="5273675"/>
            <a:ext cx="533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ahoma" panose="020B0604030504040204" pitchFamily="34" charset="0"/>
              </a:rPr>
              <a:t>E2</a:t>
            </a:r>
            <a:endParaRPr lang="en-US" altLang="en-US" sz="20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1010" name="Line 50"/>
          <p:cNvSpPr>
            <a:spLocks noChangeShapeType="1"/>
          </p:cNvSpPr>
          <p:nvPr/>
        </p:nvSpPr>
        <p:spPr bwMode="auto">
          <a:xfrm>
            <a:off x="2209800" y="5121275"/>
            <a:ext cx="7620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11" name="Text Box 51"/>
          <p:cNvSpPr txBox="1">
            <a:spLocks noChangeArrowheads="1"/>
          </p:cNvSpPr>
          <p:nvPr/>
        </p:nvSpPr>
        <p:spPr bwMode="auto">
          <a:xfrm>
            <a:off x="685800" y="4876800"/>
            <a:ext cx="1828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ahoma" panose="020B0604030504040204" pitchFamily="34" charset="0"/>
              </a:rPr>
              <a:t>Element (Transaction)</a:t>
            </a:r>
            <a:endParaRPr lang="en-US" altLang="en-US" sz="20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1012" name="Line 52"/>
          <p:cNvSpPr>
            <a:spLocks noChangeShapeType="1"/>
          </p:cNvSpPr>
          <p:nvPr/>
        </p:nvSpPr>
        <p:spPr bwMode="auto">
          <a:xfrm flipH="1">
            <a:off x="6934200" y="5273675"/>
            <a:ext cx="5334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13" name="Text Box 53"/>
          <p:cNvSpPr txBox="1">
            <a:spLocks noChangeArrowheads="1"/>
          </p:cNvSpPr>
          <p:nvPr/>
        </p:nvSpPr>
        <p:spPr bwMode="auto">
          <a:xfrm>
            <a:off x="7467600" y="5029200"/>
            <a:ext cx="990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ahoma" panose="020B0604030504040204" pitchFamily="34" charset="0"/>
              </a:rPr>
              <a:t>Event </a:t>
            </a:r>
            <a:br>
              <a:rPr lang="en-US" altLang="en-US" sz="2000" b="0">
                <a:solidFill>
                  <a:srgbClr val="000000"/>
                </a:solidFill>
                <a:latin typeface="Tahoma" panose="020B0604030504040204" pitchFamily="34" charset="0"/>
              </a:rPr>
            </a:br>
            <a:r>
              <a:rPr lang="en-US" altLang="en-US" sz="2000" b="0">
                <a:solidFill>
                  <a:srgbClr val="000000"/>
                </a:solidFill>
                <a:latin typeface="Tahoma" panose="020B0604030504040204" pitchFamily="34" charset="0"/>
              </a:rPr>
              <a:t>(Item)</a:t>
            </a:r>
            <a:endParaRPr lang="en-US" altLang="en-US" sz="2000" b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Sequence Data</a:t>
            </a:r>
            <a:endParaRPr lang="en-US" altLang="en-US"/>
          </a:p>
        </p:txBody>
      </p:sp>
      <p:sp>
        <p:nvSpPr>
          <p:cNvPr id="41987" name="Line 3"/>
          <p:cNvSpPr>
            <a:spLocks noChangeShapeType="1"/>
          </p:cNvSpPr>
          <p:nvPr/>
        </p:nvSpPr>
        <p:spPr bwMode="auto">
          <a:xfrm>
            <a:off x="3581400" y="35814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988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419600" y="1676400"/>
          <a:ext cx="4495800" cy="434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5" name="Visio" r:id="rId2" imgW="7446010" imgH="7199630" progId="Visio.Drawing.6">
                  <p:embed/>
                </p:oleObj>
              </mc:Choice>
              <mc:Fallback>
                <p:oleObj name="Visio" r:id="rId2" imgW="7446010" imgH="719963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676400"/>
                        <a:ext cx="4495800" cy="434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89" name="Group 5"/>
          <p:cNvGrpSpPr>
            <a:grpSpLocks noChangeAspect="1"/>
          </p:cNvGrpSpPr>
          <p:nvPr/>
        </p:nvGrpSpPr>
        <p:grpSpPr bwMode="auto">
          <a:xfrm>
            <a:off x="228600" y="2590800"/>
            <a:ext cx="3327400" cy="2160588"/>
            <a:chOff x="192" y="1872"/>
            <a:chExt cx="2096" cy="1361"/>
          </a:xfrm>
        </p:grpSpPr>
        <p:sp>
          <p:nvSpPr>
            <p:cNvPr id="41994" name="AutoShape 6"/>
            <p:cNvSpPr>
              <a:spLocks noChangeAspect="1" noChangeArrowheads="1" noTextEdit="1"/>
            </p:cNvSpPr>
            <p:nvPr/>
          </p:nvSpPr>
          <p:spPr bwMode="auto">
            <a:xfrm>
              <a:off x="192" y="1872"/>
              <a:ext cx="1968" cy="1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5" name="Rectangle 7"/>
            <p:cNvSpPr>
              <a:spLocks noChangeArrowheads="1"/>
            </p:cNvSpPr>
            <p:nvPr/>
          </p:nvSpPr>
          <p:spPr bwMode="auto">
            <a:xfrm>
              <a:off x="198" y="1878"/>
              <a:ext cx="1956" cy="15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1996" name="Rectangle 8"/>
            <p:cNvSpPr>
              <a:spLocks noChangeArrowheads="1"/>
            </p:cNvSpPr>
            <p:nvPr/>
          </p:nvSpPr>
          <p:spPr bwMode="auto">
            <a:xfrm>
              <a:off x="234" y="1879"/>
              <a:ext cx="53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100">
                  <a:solidFill>
                    <a:srgbClr val="000000"/>
                  </a:solidFill>
                </a:rPr>
                <a:t>Sequence ID</a:t>
              </a:r>
              <a:endParaRPr lang="en-US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41997" name="Rectangle 9"/>
            <p:cNvSpPr>
              <a:spLocks noChangeArrowheads="1"/>
            </p:cNvSpPr>
            <p:nvPr/>
          </p:nvSpPr>
          <p:spPr bwMode="auto">
            <a:xfrm>
              <a:off x="923" y="1879"/>
              <a:ext cx="469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100">
                  <a:solidFill>
                    <a:srgbClr val="000000"/>
                  </a:solidFill>
                </a:rPr>
                <a:t>Timestamp</a:t>
              </a:r>
              <a:endParaRPr lang="en-US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41998" name="Rectangle 10"/>
            <p:cNvSpPr>
              <a:spLocks noChangeArrowheads="1"/>
            </p:cNvSpPr>
            <p:nvPr/>
          </p:nvSpPr>
          <p:spPr bwMode="auto">
            <a:xfrm>
              <a:off x="1644" y="1879"/>
              <a:ext cx="292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100">
                  <a:solidFill>
                    <a:srgbClr val="000000"/>
                  </a:solidFill>
                </a:rPr>
                <a:t>Events</a:t>
              </a:r>
              <a:endParaRPr lang="en-US" altLang="en-US" sz="1100">
                <a:solidFill>
                  <a:srgbClr val="000000"/>
                </a:solidFill>
              </a:endParaRPr>
            </a:p>
          </p:txBody>
        </p:sp>
        <p:sp>
          <p:nvSpPr>
            <p:cNvPr id="41999" name="Rectangle 11"/>
            <p:cNvSpPr>
              <a:spLocks noChangeArrowheads="1"/>
            </p:cNvSpPr>
            <p:nvPr/>
          </p:nvSpPr>
          <p:spPr bwMode="auto">
            <a:xfrm>
              <a:off x="461" y="2033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A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00" name="Rectangle 12"/>
            <p:cNvSpPr>
              <a:spLocks noChangeArrowheads="1"/>
            </p:cNvSpPr>
            <p:nvPr/>
          </p:nvSpPr>
          <p:spPr bwMode="auto">
            <a:xfrm>
              <a:off x="1095" y="203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10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01" name="Rectangle 13"/>
            <p:cNvSpPr>
              <a:spLocks noChangeArrowheads="1"/>
            </p:cNvSpPr>
            <p:nvPr/>
          </p:nvSpPr>
          <p:spPr bwMode="auto">
            <a:xfrm>
              <a:off x="1545" y="2033"/>
              <a:ext cx="33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2, 3, 5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02" name="Rectangle 14"/>
            <p:cNvSpPr>
              <a:spLocks noChangeArrowheads="1"/>
            </p:cNvSpPr>
            <p:nvPr/>
          </p:nvSpPr>
          <p:spPr bwMode="auto">
            <a:xfrm>
              <a:off x="461" y="2183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A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03" name="Rectangle 15"/>
            <p:cNvSpPr>
              <a:spLocks noChangeArrowheads="1"/>
            </p:cNvSpPr>
            <p:nvPr/>
          </p:nvSpPr>
          <p:spPr bwMode="auto">
            <a:xfrm>
              <a:off x="1095" y="218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20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04" name="Rectangle 16"/>
            <p:cNvSpPr>
              <a:spLocks noChangeArrowheads="1"/>
            </p:cNvSpPr>
            <p:nvPr/>
          </p:nvSpPr>
          <p:spPr bwMode="auto">
            <a:xfrm>
              <a:off x="1545" y="2183"/>
              <a:ext cx="20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6, 1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05" name="Rectangle 17"/>
            <p:cNvSpPr>
              <a:spLocks noChangeArrowheads="1"/>
            </p:cNvSpPr>
            <p:nvPr/>
          </p:nvSpPr>
          <p:spPr bwMode="auto">
            <a:xfrm>
              <a:off x="461" y="2333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A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06" name="Rectangle 18"/>
            <p:cNvSpPr>
              <a:spLocks noChangeArrowheads="1"/>
            </p:cNvSpPr>
            <p:nvPr/>
          </p:nvSpPr>
          <p:spPr bwMode="auto">
            <a:xfrm>
              <a:off x="1095" y="233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23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07" name="Rectangle 19"/>
            <p:cNvSpPr>
              <a:spLocks noChangeArrowheads="1"/>
            </p:cNvSpPr>
            <p:nvPr/>
          </p:nvSpPr>
          <p:spPr bwMode="auto">
            <a:xfrm>
              <a:off x="1545" y="2333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08" name="Rectangle 20"/>
            <p:cNvSpPr>
              <a:spLocks noChangeArrowheads="1"/>
            </p:cNvSpPr>
            <p:nvPr/>
          </p:nvSpPr>
          <p:spPr bwMode="auto">
            <a:xfrm>
              <a:off x="461" y="2483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B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09" name="Rectangle 21"/>
            <p:cNvSpPr>
              <a:spLocks noChangeArrowheads="1"/>
            </p:cNvSpPr>
            <p:nvPr/>
          </p:nvSpPr>
          <p:spPr bwMode="auto">
            <a:xfrm>
              <a:off x="1095" y="248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11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10" name="Rectangle 22"/>
            <p:cNvSpPr>
              <a:spLocks noChangeArrowheads="1"/>
            </p:cNvSpPr>
            <p:nvPr/>
          </p:nvSpPr>
          <p:spPr bwMode="auto">
            <a:xfrm>
              <a:off x="1545" y="2483"/>
              <a:ext cx="33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4, 5, 6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11" name="Rectangle 23"/>
            <p:cNvSpPr>
              <a:spLocks noChangeArrowheads="1"/>
            </p:cNvSpPr>
            <p:nvPr/>
          </p:nvSpPr>
          <p:spPr bwMode="auto">
            <a:xfrm>
              <a:off x="461" y="2632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B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12" name="Rectangle 24"/>
            <p:cNvSpPr>
              <a:spLocks noChangeArrowheads="1"/>
            </p:cNvSpPr>
            <p:nvPr/>
          </p:nvSpPr>
          <p:spPr bwMode="auto">
            <a:xfrm>
              <a:off x="1095" y="263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17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13" name="Rectangle 25"/>
            <p:cNvSpPr>
              <a:spLocks noChangeArrowheads="1"/>
            </p:cNvSpPr>
            <p:nvPr/>
          </p:nvSpPr>
          <p:spPr bwMode="auto">
            <a:xfrm>
              <a:off x="1545" y="2632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14" name="Rectangle 26"/>
            <p:cNvSpPr>
              <a:spLocks noChangeArrowheads="1"/>
            </p:cNvSpPr>
            <p:nvPr/>
          </p:nvSpPr>
          <p:spPr bwMode="auto">
            <a:xfrm>
              <a:off x="461" y="2782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B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15" name="Rectangle 27"/>
            <p:cNvSpPr>
              <a:spLocks noChangeArrowheads="1"/>
            </p:cNvSpPr>
            <p:nvPr/>
          </p:nvSpPr>
          <p:spPr bwMode="auto">
            <a:xfrm>
              <a:off x="1095" y="278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21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16" name="Rectangle 28"/>
            <p:cNvSpPr>
              <a:spLocks noChangeArrowheads="1"/>
            </p:cNvSpPr>
            <p:nvPr/>
          </p:nvSpPr>
          <p:spPr bwMode="auto">
            <a:xfrm>
              <a:off x="1545" y="2782"/>
              <a:ext cx="46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7, 8, 1, 2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17" name="Rectangle 29"/>
            <p:cNvSpPr>
              <a:spLocks noChangeArrowheads="1"/>
            </p:cNvSpPr>
            <p:nvPr/>
          </p:nvSpPr>
          <p:spPr bwMode="auto">
            <a:xfrm>
              <a:off x="461" y="2932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B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18" name="Rectangle 30"/>
            <p:cNvSpPr>
              <a:spLocks noChangeArrowheads="1"/>
            </p:cNvSpPr>
            <p:nvPr/>
          </p:nvSpPr>
          <p:spPr bwMode="auto">
            <a:xfrm>
              <a:off x="1095" y="293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28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19" name="Rectangle 31"/>
            <p:cNvSpPr>
              <a:spLocks noChangeArrowheads="1"/>
            </p:cNvSpPr>
            <p:nvPr/>
          </p:nvSpPr>
          <p:spPr bwMode="auto">
            <a:xfrm>
              <a:off x="1545" y="2932"/>
              <a:ext cx="20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1, 6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20" name="Rectangle 32"/>
            <p:cNvSpPr>
              <a:spLocks noChangeArrowheads="1"/>
            </p:cNvSpPr>
            <p:nvPr/>
          </p:nvSpPr>
          <p:spPr bwMode="auto">
            <a:xfrm>
              <a:off x="457" y="3082"/>
              <a:ext cx="8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C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21" name="Rectangle 33"/>
            <p:cNvSpPr>
              <a:spLocks noChangeArrowheads="1"/>
            </p:cNvSpPr>
            <p:nvPr/>
          </p:nvSpPr>
          <p:spPr bwMode="auto">
            <a:xfrm>
              <a:off x="1095" y="308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14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22" name="Rectangle 34"/>
            <p:cNvSpPr>
              <a:spLocks noChangeArrowheads="1"/>
            </p:cNvSpPr>
            <p:nvPr/>
          </p:nvSpPr>
          <p:spPr bwMode="auto">
            <a:xfrm>
              <a:off x="1545" y="3082"/>
              <a:ext cx="33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1, 8, 7</a:t>
              </a: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23" name="Line 35"/>
            <p:cNvSpPr>
              <a:spLocks noChangeShapeType="1"/>
            </p:cNvSpPr>
            <p:nvPr/>
          </p:nvSpPr>
          <p:spPr bwMode="auto">
            <a:xfrm>
              <a:off x="192" y="1872"/>
              <a:ext cx="1" cy="136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4" name="Rectangle 36"/>
            <p:cNvSpPr>
              <a:spLocks noChangeArrowheads="1"/>
            </p:cNvSpPr>
            <p:nvPr/>
          </p:nvSpPr>
          <p:spPr bwMode="auto">
            <a:xfrm>
              <a:off x="192" y="1872"/>
              <a:ext cx="12" cy="136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25" name="Line 37"/>
            <p:cNvSpPr>
              <a:spLocks noChangeShapeType="1"/>
            </p:cNvSpPr>
            <p:nvPr/>
          </p:nvSpPr>
          <p:spPr bwMode="auto">
            <a:xfrm>
              <a:off x="787" y="1884"/>
              <a:ext cx="1" cy="13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6" name="Rectangle 38"/>
            <p:cNvSpPr>
              <a:spLocks noChangeArrowheads="1"/>
            </p:cNvSpPr>
            <p:nvPr/>
          </p:nvSpPr>
          <p:spPr bwMode="auto">
            <a:xfrm>
              <a:off x="787" y="1884"/>
              <a:ext cx="12" cy="13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27" name="Line 39"/>
            <p:cNvSpPr>
              <a:spLocks noChangeShapeType="1"/>
            </p:cNvSpPr>
            <p:nvPr/>
          </p:nvSpPr>
          <p:spPr bwMode="auto">
            <a:xfrm>
              <a:off x="1516" y="1884"/>
              <a:ext cx="1" cy="13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8" name="Rectangle 40"/>
            <p:cNvSpPr>
              <a:spLocks noChangeArrowheads="1"/>
            </p:cNvSpPr>
            <p:nvPr/>
          </p:nvSpPr>
          <p:spPr bwMode="auto">
            <a:xfrm>
              <a:off x="1516" y="1884"/>
              <a:ext cx="11" cy="13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29" name="Line 41"/>
            <p:cNvSpPr>
              <a:spLocks noChangeShapeType="1"/>
            </p:cNvSpPr>
            <p:nvPr/>
          </p:nvSpPr>
          <p:spPr bwMode="auto">
            <a:xfrm>
              <a:off x="2147" y="1884"/>
              <a:ext cx="1" cy="13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0" name="Rectangle 42"/>
            <p:cNvSpPr>
              <a:spLocks noChangeArrowheads="1"/>
            </p:cNvSpPr>
            <p:nvPr/>
          </p:nvSpPr>
          <p:spPr bwMode="auto">
            <a:xfrm>
              <a:off x="2147" y="1884"/>
              <a:ext cx="12" cy="13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31" name="Line 43"/>
            <p:cNvSpPr>
              <a:spLocks noChangeShapeType="1"/>
            </p:cNvSpPr>
            <p:nvPr/>
          </p:nvSpPr>
          <p:spPr bwMode="auto">
            <a:xfrm>
              <a:off x="333" y="1872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2" name="Rectangle 44"/>
            <p:cNvSpPr>
              <a:spLocks noChangeArrowheads="1"/>
            </p:cNvSpPr>
            <p:nvPr/>
          </p:nvSpPr>
          <p:spPr bwMode="auto">
            <a:xfrm>
              <a:off x="204" y="1872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33" name="Line 45"/>
            <p:cNvSpPr>
              <a:spLocks noChangeShapeType="1"/>
            </p:cNvSpPr>
            <p:nvPr/>
          </p:nvSpPr>
          <p:spPr bwMode="auto">
            <a:xfrm>
              <a:off x="204" y="2022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4" name="Rectangle 46"/>
            <p:cNvSpPr>
              <a:spLocks noChangeArrowheads="1"/>
            </p:cNvSpPr>
            <p:nvPr/>
          </p:nvSpPr>
          <p:spPr bwMode="auto">
            <a:xfrm>
              <a:off x="204" y="2022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35" name="Line 47"/>
            <p:cNvSpPr>
              <a:spLocks noChangeShapeType="1"/>
            </p:cNvSpPr>
            <p:nvPr/>
          </p:nvSpPr>
          <p:spPr bwMode="auto">
            <a:xfrm>
              <a:off x="204" y="2172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6" name="Rectangle 48"/>
            <p:cNvSpPr>
              <a:spLocks noChangeArrowheads="1"/>
            </p:cNvSpPr>
            <p:nvPr/>
          </p:nvSpPr>
          <p:spPr bwMode="auto">
            <a:xfrm>
              <a:off x="204" y="2172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37" name="Line 49"/>
            <p:cNvSpPr>
              <a:spLocks noChangeShapeType="1"/>
            </p:cNvSpPr>
            <p:nvPr/>
          </p:nvSpPr>
          <p:spPr bwMode="auto">
            <a:xfrm>
              <a:off x="204" y="232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8" name="Rectangle 50"/>
            <p:cNvSpPr>
              <a:spLocks noChangeArrowheads="1"/>
            </p:cNvSpPr>
            <p:nvPr/>
          </p:nvSpPr>
          <p:spPr bwMode="auto">
            <a:xfrm>
              <a:off x="204" y="2321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39" name="Line 51"/>
            <p:cNvSpPr>
              <a:spLocks noChangeShapeType="1"/>
            </p:cNvSpPr>
            <p:nvPr/>
          </p:nvSpPr>
          <p:spPr bwMode="auto">
            <a:xfrm>
              <a:off x="204" y="247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40" name="Rectangle 52"/>
            <p:cNvSpPr>
              <a:spLocks noChangeArrowheads="1"/>
            </p:cNvSpPr>
            <p:nvPr/>
          </p:nvSpPr>
          <p:spPr bwMode="auto">
            <a:xfrm>
              <a:off x="204" y="2471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41" name="Line 53"/>
            <p:cNvSpPr>
              <a:spLocks noChangeShapeType="1"/>
            </p:cNvSpPr>
            <p:nvPr/>
          </p:nvSpPr>
          <p:spPr bwMode="auto">
            <a:xfrm>
              <a:off x="204" y="262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42" name="Rectangle 54"/>
            <p:cNvSpPr>
              <a:spLocks noChangeArrowheads="1"/>
            </p:cNvSpPr>
            <p:nvPr/>
          </p:nvSpPr>
          <p:spPr bwMode="auto">
            <a:xfrm>
              <a:off x="204" y="2621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43" name="Line 55"/>
            <p:cNvSpPr>
              <a:spLocks noChangeShapeType="1"/>
            </p:cNvSpPr>
            <p:nvPr/>
          </p:nvSpPr>
          <p:spPr bwMode="auto">
            <a:xfrm>
              <a:off x="204" y="277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44" name="Rectangle 56"/>
            <p:cNvSpPr>
              <a:spLocks noChangeArrowheads="1"/>
            </p:cNvSpPr>
            <p:nvPr/>
          </p:nvSpPr>
          <p:spPr bwMode="auto">
            <a:xfrm>
              <a:off x="204" y="2771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45" name="Line 57"/>
            <p:cNvSpPr>
              <a:spLocks noChangeShapeType="1"/>
            </p:cNvSpPr>
            <p:nvPr/>
          </p:nvSpPr>
          <p:spPr bwMode="auto">
            <a:xfrm>
              <a:off x="204" y="2920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46" name="Rectangle 58"/>
            <p:cNvSpPr>
              <a:spLocks noChangeArrowheads="1"/>
            </p:cNvSpPr>
            <p:nvPr/>
          </p:nvSpPr>
          <p:spPr bwMode="auto">
            <a:xfrm>
              <a:off x="204" y="2920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47" name="Line 59"/>
            <p:cNvSpPr>
              <a:spLocks noChangeShapeType="1"/>
            </p:cNvSpPr>
            <p:nvPr/>
          </p:nvSpPr>
          <p:spPr bwMode="auto">
            <a:xfrm>
              <a:off x="204" y="3070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48" name="Rectangle 60"/>
            <p:cNvSpPr>
              <a:spLocks noChangeArrowheads="1"/>
            </p:cNvSpPr>
            <p:nvPr/>
          </p:nvSpPr>
          <p:spPr bwMode="auto">
            <a:xfrm>
              <a:off x="204" y="3070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42049" name="Line 61"/>
            <p:cNvSpPr>
              <a:spLocks noChangeShapeType="1"/>
            </p:cNvSpPr>
            <p:nvPr/>
          </p:nvSpPr>
          <p:spPr bwMode="auto">
            <a:xfrm>
              <a:off x="204" y="3220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0" name="Rectangle 62"/>
            <p:cNvSpPr>
              <a:spLocks noChangeArrowheads="1"/>
            </p:cNvSpPr>
            <p:nvPr/>
          </p:nvSpPr>
          <p:spPr bwMode="auto">
            <a:xfrm>
              <a:off x="204" y="3220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</a:endParaRPr>
            </a:p>
          </p:txBody>
        </p:sp>
      </p:grpSp>
      <p:sp>
        <p:nvSpPr>
          <p:cNvPr id="41990" name="Text Box 63"/>
          <p:cNvSpPr txBox="1">
            <a:spLocks noChangeArrowheads="1"/>
          </p:cNvSpPr>
          <p:nvPr/>
        </p:nvSpPr>
        <p:spPr bwMode="auto">
          <a:xfrm>
            <a:off x="228600" y="20574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Sequence Database: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41991" name="TextBox 1"/>
          <p:cNvSpPr txBox="1">
            <a:spLocks noChangeArrowheads="1"/>
          </p:cNvSpPr>
          <p:nvPr/>
        </p:nvSpPr>
        <p:spPr bwMode="auto">
          <a:xfrm>
            <a:off x="4133850" y="2514600"/>
            <a:ext cx="1200150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Sequence A:</a:t>
            </a:r>
            <a:endParaRPr lang="en-US" altLang="en-US" sz="1400" b="0"/>
          </a:p>
        </p:txBody>
      </p:sp>
      <p:sp>
        <p:nvSpPr>
          <p:cNvPr id="41992" name="TextBox 64"/>
          <p:cNvSpPr txBox="1">
            <a:spLocks noChangeArrowheads="1"/>
          </p:cNvSpPr>
          <p:nvPr/>
        </p:nvSpPr>
        <p:spPr bwMode="auto">
          <a:xfrm>
            <a:off x="4133850" y="3810000"/>
            <a:ext cx="1209675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Sequence B:</a:t>
            </a:r>
            <a:endParaRPr lang="en-US" altLang="en-US" sz="1400" b="0"/>
          </a:p>
        </p:txBody>
      </p:sp>
      <p:sp>
        <p:nvSpPr>
          <p:cNvPr id="41993" name="TextBox 65"/>
          <p:cNvSpPr txBox="1">
            <a:spLocks noChangeArrowheads="1"/>
          </p:cNvSpPr>
          <p:nvPr/>
        </p:nvSpPr>
        <p:spPr bwMode="auto">
          <a:xfrm>
            <a:off x="4114800" y="5105400"/>
            <a:ext cx="1220788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Sequence C:</a:t>
            </a:r>
            <a:endParaRPr lang="en-US" altLang="en-US" sz="14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Sequence Data vs. Market-basket Data</a:t>
            </a:r>
            <a:endParaRPr lang="en-US" altLang="en-US"/>
          </a:p>
        </p:txBody>
      </p:sp>
      <p:grpSp>
        <p:nvGrpSpPr>
          <p:cNvPr id="43011" name="Group 5"/>
          <p:cNvGrpSpPr>
            <a:grpSpLocks noChangeAspect="1"/>
          </p:cNvGrpSpPr>
          <p:nvPr/>
        </p:nvGrpSpPr>
        <p:grpSpPr bwMode="auto">
          <a:xfrm>
            <a:off x="228600" y="1954213"/>
            <a:ext cx="4335463" cy="3303587"/>
            <a:chOff x="192" y="1872"/>
            <a:chExt cx="1968" cy="1361"/>
          </a:xfrm>
        </p:grpSpPr>
        <p:sp>
          <p:nvSpPr>
            <p:cNvPr id="43036" name="AutoShape 6"/>
            <p:cNvSpPr>
              <a:spLocks noChangeAspect="1" noChangeArrowheads="1" noTextEdit="1"/>
            </p:cNvSpPr>
            <p:nvPr/>
          </p:nvSpPr>
          <p:spPr bwMode="auto">
            <a:xfrm>
              <a:off x="192" y="1872"/>
              <a:ext cx="1968" cy="1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7" name="Rectangle 7"/>
            <p:cNvSpPr>
              <a:spLocks noChangeArrowheads="1"/>
            </p:cNvSpPr>
            <p:nvPr/>
          </p:nvSpPr>
          <p:spPr bwMode="auto">
            <a:xfrm>
              <a:off x="198" y="1878"/>
              <a:ext cx="1956" cy="15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3038" name="Rectangle 8"/>
            <p:cNvSpPr>
              <a:spLocks noChangeArrowheads="1"/>
            </p:cNvSpPr>
            <p:nvPr/>
          </p:nvSpPr>
          <p:spPr bwMode="auto">
            <a:xfrm>
              <a:off x="313" y="1879"/>
              <a:ext cx="408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</a:rPr>
                <a:t>Customer</a:t>
              </a:r>
              <a:endParaRPr lang="en-US" altLang="en-US" sz="1400"/>
            </a:p>
          </p:txBody>
        </p:sp>
        <p:sp>
          <p:nvSpPr>
            <p:cNvPr id="43039" name="Rectangle 9"/>
            <p:cNvSpPr>
              <a:spLocks noChangeArrowheads="1"/>
            </p:cNvSpPr>
            <p:nvPr/>
          </p:nvSpPr>
          <p:spPr bwMode="auto">
            <a:xfrm>
              <a:off x="1067" y="1879"/>
              <a:ext cx="190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</a:rPr>
                <a:t>Date</a:t>
              </a:r>
              <a:endParaRPr lang="en-US" altLang="en-US" sz="1400"/>
            </a:p>
          </p:txBody>
        </p:sp>
        <p:sp>
          <p:nvSpPr>
            <p:cNvPr id="43040" name="Rectangle 10"/>
            <p:cNvSpPr>
              <a:spLocks noChangeArrowheads="1"/>
            </p:cNvSpPr>
            <p:nvPr/>
          </p:nvSpPr>
          <p:spPr bwMode="auto">
            <a:xfrm>
              <a:off x="1548" y="1891"/>
              <a:ext cx="547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</a:rPr>
                <a:t>Items bought</a:t>
              </a:r>
              <a:endParaRPr lang="en-US" altLang="en-US" sz="1400"/>
            </a:p>
          </p:txBody>
        </p:sp>
        <p:sp>
          <p:nvSpPr>
            <p:cNvPr id="43041" name="Rectangle 11"/>
            <p:cNvSpPr>
              <a:spLocks noChangeArrowheads="1"/>
            </p:cNvSpPr>
            <p:nvPr/>
          </p:nvSpPr>
          <p:spPr bwMode="auto">
            <a:xfrm>
              <a:off x="461" y="2033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A</a:t>
              </a:r>
              <a:endParaRPr lang="en-US" altLang="en-US" sz="1400"/>
            </a:p>
          </p:txBody>
        </p:sp>
        <p:sp>
          <p:nvSpPr>
            <p:cNvPr id="43042" name="Rectangle 12"/>
            <p:cNvSpPr>
              <a:spLocks noChangeArrowheads="1"/>
            </p:cNvSpPr>
            <p:nvPr/>
          </p:nvSpPr>
          <p:spPr bwMode="auto">
            <a:xfrm>
              <a:off x="1095" y="203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10</a:t>
              </a:r>
              <a:endParaRPr lang="en-US" altLang="en-US" sz="1400"/>
            </a:p>
          </p:txBody>
        </p:sp>
        <p:sp>
          <p:nvSpPr>
            <p:cNvPr id="43043" name="Rectangle 13"/>
            <p:cNvSpPr>
              <a:spLocks noChangeArrowheads="1"/>
            </p:cNvSpPr>
            <p:nvPr/>
          </p:nvSpPr>
          <p:spPr bwMode="auto">
            <a:xfrm>
              <a:off x="1545" y="2033"/>
              <a:ext cx="33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2, 3, 5</a:t>
              </a:r>
              <a:endParaRPr lang="en-US" altLang="en-US" sz="1400"/>
            </a:p>
          </p:txBody>
        </p:sp>
        <p:sp>
          <p:nvSpPr>
            <p:cNvPr id="43044" name="Rectangle 14"/>
            <p:cNvSpPr>
              <a:spLocks noChangeArrowheads="1"/>
            </p:cNvSpPr>
            <p:nvPr/>
          </p:nvSpPr>
          <p:spPr bwMode="auto">
            <a:xfrm>
              <a:off x="461" y="2183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A</a:t>
              </a:r>
              <a:endParaRPr lang="en-US" altLang="en-US" sz="1400"/>
            </a:p>
          </p:txBody>
        </p:sp>
        <p:sp>
          <p:nvSpPr>
            <p:cNvPr id="43045" name="Rectangle 15"/>
            <p:cNvSpPr>
              <a:spLocks noChangeArrowheads="1"/>
            </p:cNvSpPr>
            <p:nvPr/>
          </p:nvSpPr>
          <p:spPr bwMode="auto">
            <a:xfrm>
              <a:off x="1095" y="218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20</a:t>
              </a:r>
              <a:endParaRPr lang="en-US" altLang="en-US" sz="1400"/>
            </a:p>
          </p:txBody>
        </p:sp>
        <p:sp>
          <p:nvSpPr>
            <p:cNvPr id="43046" name="Rectangle 16"/>
            <p:cNvSpPr>
              <a:spLocks noChangeArrowheads="1"/>
            </p:cNvSpPr>
            <p:nvPr/>
          </p:nvSpPr>
          <p:spPr bwMode="auto">
            <a:xfrm>
              <a:off x="1545" y="2183"/>
              <a:ext cx="146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 1,6</a:t>
              </a:r>
              <a:endParaRPr lang="en-US" altLang="en-US" sz="1400"/>
            </a:p>
          </p:txBody>
        </p:sp>
        <p:sp>
          <p:nvSpPr>
            <p:cNvPr id="43047" name="Rectangle 17"/>
            <p:cNvSpPr>
              <a:spLocks noChangeArrowheads="1"/>
            </p:cNvSpPr>
            <p:nvPr/>
          </p:nvSpPr>
          <p:spPr bwMode="auto">
            <a:xfrm>
              <a:off x="461" y="2333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A</a:t>
              </a:r>
              <a:endParaRPr lang="en-US" altLang="en-US" sz="1400"/>
            </a:p>
          </p:txBody>
        </p:sp>
        <p:sp>
          <p:nvSpPr>
            <p:cNvPr id="43048" name="Rectangle 18"/>
            <p:cNvSpPr>
              <a:spLocks noChangeArrowheads="1"/>
            </p:cNvSpPr>
            <p:nvPr/>
          </p:nvSpPr>
          <p:spPr bwMode="auto">
            <a:xfrm>
              <a:off x="1095" y="233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23</a:t>
              </a:r>
              <a:endParaRPr lang="en-US" altLang="en-US" sz="1400"/>
            </a:p>
          </p:txBody>
        </p:sp>
        <p:sp>
          <p:nvSpPr>
            <p:cNvPr id="43049" name="Rectangle 19"/>
            <p:cNvSpPr>
              <a:spLocks noChangeArrowheads="1"/>
            </p:cNvSpPr>
            <p:nvPr/>
          </p:nvSpPr>
          <p:spPr bwMode="auto">
            <a:xfrm>
              <a:off x="1545" y="2333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</a:t>
              </a:r>
              <a:endParaRPr lang="en-US" altLang="en-US" sz="1400"/>
            </a:p>
          </p:txBody>
        </p:sp>
        <p:sp>
          <p:nvSpPr>
            <p:cNvPr id="43050" name="Rectangle 20"/>
            <p:cNvSpPr>
              <a:spLocks noChangeArrowheads="1"/>
            </p:cNvSpPr>
            <p:nvPr/>
          </p:nvSpPr>
          <p:spPr bwMode="auto">
            <a:xfrm>
              <a:off x="461" y="2483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B</a:t>
              </a:r>
              <a:endParaRPr lang="en-US" altLang="en-US" sz="1400"/>
            </a:p>
          </p:txBody>
        </p:sp>
        <p:sp>
          <p:nvSpPr>
            <p:cNvPr id="43051" name="Rectangle 21"/>
            <p:cNvSpPr>
              <a:spLocks noChangeArrowheads="1"/>
            </p:cNvSpPr>
            <p:nvPr/>
          </p:nvSpPr>
          <p:spPr bwMode="auto">
            <a:xfrm>
              <a:off x="1095" y="248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11</a:t>
              </a:r>
              <a:endParaRPr lang="en-US" altLang="en-US" sz="1400"/>
            </a:p>
          </p:txBody>
        </p:sp>
        <p:sp>
          <p:nvSpPr>
            <p:cNvPr id="43052" name="Rectangle 22"/>
            <p:cNvSpPr>
              <a:spLocks noChangeArrowheads="1"/>
            </p:cNvSpPr>
            <p:nvPr/>
          </p:nvSpPr>
          <p:spPr bwMode="auto">
            <a:xfrm>
              <a:off x="1545" y="2483"/>
              <a:ext cx="33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4, 5, 6</a:t>
              </a:r>
              <a:endParaRPr lang="en-US" altLang="en-US" sz="1400"/>
            </a:p>
          </p:txBody>
        </p:sp>
        <p:sp>
          <p:nvSpPr>
            <p:cNvPr id="43053" name="Rectangle 23"/>
            <p:cNvSpPr>
              <a:spLocks noChangeArrowheads="1"/>
            </p:cNvSpPr>
            <p:nvPr/>
          </p:nvSpPr>
          <p:spPr bwMode="auto">
            <a:xfrm>
              <a:off x="461" y="2632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B</a:t>
              </a:r>
              <a:endParaRPr lang="en-US" altLang="en-US" sz="1400"/>
            </a:p>
          </p:txBody>
        </p:sp>
        <p:sp>
          <p:nvSpPr>
            <p:cNvPr id="43054" name="Rectangle 24"/>
            <p:cNvSpPr>
              <a:spLocks noChangeArrowheads="1"/>
            </p:cNvSpPr>
            <p:nvPr/>
          </p:nvSpPr>
          <p:spPr bwMode="auto">
            <a:xfrm>
              <a:off x="1095" y="263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17</a:t>
              </a:r>
              <a:endParaRPr lang="en-US" altLang="en-US" sz="1400"/>
            </a:p>
          </p:txBody>
        </p:sp>
        <p:sp>
          <p:nvSpPr>
            <p:cNvPr id="43055" name="Rectangle 25"/>
            <p:cNvSpPr>
              <a:spLocks noChangeArrowheads="1"/>
            </p:cNvSpPr>
            <p:nvPr/>
          </p:nvSpPr>
          <p:spPr bwMode="auto">
            <a:xfrm>
              <a:off x="1545" y="2632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</a:t>
              </a:r>
              <a:endParaRPr lang="en-US" altLang="en-US" sz="1400"/>
            </a:p>
          </p:txBody>
        </p:sp>
        <p:sp>
          <p:nvSpPr>
            <p:cNvPr id="43056" name="Rectangle 26"/>
            <p:cNvSpPr>
              <a:spLocks noChangeArrowheads="1"/>
            </p:cNvSpPr>
            <p:nvPr/>
          </p:nvSpPr>
          <p:spPr bwMode="auto">
            <a:xfrm>
              <a:off x="461" y="2782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B</a:t>
              </a:r>
              <a:endParaRPr lang="en-US" altLang="en-US" sz="1400"/>
            </a:p>
          </p:txBody>
        </p:sp>
        <p:sp>
          <p:nvSpPr>
            <p:cNvPr id="43057" name="Rectangle 27"/>
            <p:cNvSpPr>
              <a:spLocks noChangeArrowheads="1"/>
            </p:cNvSpPr>
            <p:nvPr/>
          </p:nvSpPr>
          <p:spPr bwMode="auto">
            <a:xfrm>
              <a:off x="1095" y="278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21</a:t>
              </a:r>
              <a:endParaRPr lang="en-US" altLang="en-US" sz="1400"/>
            </a:p>
          </p:txBody>
        </p:sp>
        <p:sp>
          <p:nvSpPr>
            <p:cNvPr id="43058" name="Rectangle 28"/>
            <p:cNvSpPr>
              <a:spLocks noChangeArrowheads="1"/>
            </p:cNvSpPr>
            <p:nvPr/>
          </p:nvSpPr>
          <p:spPr bwMode="auto">
            <a:xfrm>
              <a:off x="1545" y="2782"/>
              <a:ext cx="267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1,2,7,8</a:t>
              </a:r>
              <a:endParaRPr lang="en-US" altLang="en-US" sz="1400"/>
            </a:p>
          </p:txBody>
        </p:sp>
        <p:sp>
          <p:nvSpPr>
            <p:cNvPr id="43059" name="Rectangle 29"/>
            <p:cNvSpPr>
              <a:spLocks noChangeArrowheads="1"/>
            </p:cNvSpPr>
            <p:nvPr/>
          </p:nvSpPr>
          <p:spPr bwMode="auto">
            <a:xfrm>
              <a:off x="461" y="2932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B</a:t>
              </a:r>
              <a:endParaRPr lang="en-US" altLang="en-US" sz="1400"/>
            </a:p>
          </p:txBody>
        </p:sp>
        <p:sp>
          <p:nvSpPr>
            <p:cNvPr id="43060" name="Rectangle 30"/>
            <p:cNvSpPr>
              <a:spLocks noChangeArrowheads="1"/>
            </p:cNvSpPr>
            <p:nvPr/>
          </p:nvSpPr>
          <p:spPr bwMode="auto">
            <a:xfrm>
              <a:off x="1095" y="293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28</a:t>
              </a:r>
              <a:endParaRPr lang="en-US" altLang="en-US" sz="1400"/>
            </a:p>
          </p:txBody>
        </p:sp>
        <p:sp>
          <p:nvSpPr>
            <p:cNvPr id="43061" name="Rectangle 31"/>
            <p:cNvSpPr>
              <a:spLocks noChangeArrowheads="1"/>
            </p:cNvSpPr>
            <p:nvPr/>
          </p:nvSpPr>
          <p:spPr bwMode="auto">
            <a:xfrm>
              <a:off x="1545" y="2932"/>
              <a:ext cx="20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1, 6</a:t>
              </a:r>
              <a:endParaRPr lang="en-US" altLang="en-US" sz="1400"/>
            </a:p>
          </p:txBody>
        </p:sp>
        <p:sp>
          <p:nvSpPr>
            <p:cNvPr id="43062" name="Rectangle 32"/>
            <p:cNvSpPr>
              <a:spLocks noChangeArrowheads="1"/>
            </p:cNvSpPr>
            <p:nvPr/>
          </p:nvSpPr>
          <p:spPr bwMode="auto">
            <a:xfrm>
              <a:off x="457" y="3082"/>
              <a:ext cx="8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C</a:t>
              </a:r>
              <a:endParaRPr lang="en-US" altLang="en-US" sz="1400"/>
            </a:p>
          </p:txBody>
        </p:sp>
        <p:sp>
          <p:nvSpPr>
            <p:cNvPr id="43063" name="Rectangle 33"/>
            <p:cNvSpPr>
              <a:spLocks noChangeArrowheads="1"/>
            </p:cNvSpPr>
            <p:nvPr/>
          </p:nvSpPr>
          <p:spPr bwMode="auto">
            <a:xfrm>
              <a:off x="1095" y="308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14</a:t>
              </a:r>
              <a:endParaRPr lang="en-US" altLang="en-US" sz="1400"/>
            </a:p>
          </p:txBody>
        </p:sp>
        <p:sp>
          <p:nvSpPr>
            <p:cNvPr id="43064" name="Rectangle 34"/>
            <p:cNvSpPr>
              <a:spLocks noChangeArrowheads="1"/>
            </p:cNvSpPr>
            <p:nvPr/>
          </p:nvSpPr>
          <p:spPr bwMode="auto">
            <a:xfrm>
              <a:off x="1545" y="3082"/>
              <a:ext cx="194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1,7,8</a:t>
              </a:r>
              <a:endParaRPr lang="en-US" altLang="en-US" sz="1400"/>
            </a:p>
          </p:txBody>
        </p:sp>
        <p:sp>
          <p:nvSpPr>
            <p:cNvPr id="43065" name="Line 35"/>
            <p:cNvSpPr>
              <a:spLocks noChangeShapeType="1"/>
            </p:cNvSpPr>
            <p:nvPr/>
          </p:nvSpPr>
          <p:spPr bwMode="auto">
            <a:xfrm>
              <a:off x="192" y="1872"/>
              <a:ext cx="1" cy="136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6" name="Rectangle 36"/>
            <p:cNvSpPr>
              <a:spLocks noChangeArrowheads="1"/>
            </p:cNvSpPr>
            <p:nvPr/>
          </p:nvSpPr>
          <p:spPr bwMode="auto">
            <a:xfrm>
              <a:off x="192" y="1872"/>
              <a:ext cx="12" cy="136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3067" name="Line 37"/>
            <p:cNvSpPr>
              <a:spLocks noChangeShapeType="1"/>
            </p:cNvSpPr>
            <p:nvPr/>
          </p:nvSpPr>
          <p:spPr bwMode="auto">
            <a:xfrm>
              <a:off x="787" y="1884"/>
              <a:ext cx="1" cy="13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8" name="Rectangle 38"/>
            <p:cNvSpPr>
              <a:spLocks noChangeArrowheads="1"/>
            </p:cNvSpPr>
            <p:nvPr/>
          </p:nvSpPr>
          <p:spPr bwMode="auto">
            <a:xfrm>
              <a:off x="787" y="1884"/>
              <a:ext cx="12" cy="13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3069" name="Line 39"/>
            <p:cNvSpPr>
              <a:spLocks noChangeShapeType="1"/>
            </p:cNvSpPr>
            <p:nvPr/>
          </p:nvSpPr>
          <p:spPr bwMode="auto">
            <a:xfrm>
              <a:off x="1516" y="1884"/>
              <a:ext cx="1" cy="13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70" name="Rectangle 40"/>
            <p:cNvSpPr>
              <a:spLocks noChangeArrowheads="1"/>
            </p:cNvSpPr>
            <p:nvPr/>
          </p:nvSpPr>
          <p:spPr bwMode="auto">
            <a:xfrm>
              <a:off x="1516" y="1884"/>
              <a:ext cx="11" cy="13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3071" name="Line 41"/>
            <p:cNvSpPr>
              <a:spLocks noChangeShapeType="1"/>
            </p:cNvSpPr>
            <p:nvPr/>
          </p:nvSpPr>
          <p:spPr bwMode="auto">
            <a:xfrm>
              <a:off x="2147" y="1884"/>
              <a:ext cx="1" cy="13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72" name="Rectangle 42"/>
            <p:cNvSpPr>
              <a:spLocks noChangeArrowheads="1"/>
            </p:cNvSpPr>
            <p:nvPr/>
          </p:nvSpPr>
          <p:spPr bwMode="auto">
            <a:xfrm>
              <a:off x="2147" y="1884"/>
              <a:ext cx="12" cy="13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3073" name="Line 43"/>
            <p:cNvSpPr>
              <a:spLocks noChangeShapeType="1"/>
            </p:cNvSpPr>
            <p:nvPr/>
          </p:nvSpPr>
          <p:spPr bwMode="auto">
            <a:xfrm>
              <a:off x="204" y="1872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74" name="Rectangle 44"/>
            <p:cNvSpPr>
              <a:spLocks noChangeArrowheads="1"/>
            </p:cNvSpPr>
            <p:nvPr/>
          </p:nvSpPr>
          <p:spPr bwMode="auto">
            <a:xfrm>
              <a:off x="204" y="1872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3075" name="Line 45"/>
            <p:cNvSpPr>
              <a:spLocks noChangeShapeType="1"/>
            </p:cNvSpPr>
            <p:nvPr/>
          </p:nvSpPr>
          <p:spPr bwMode="auto">
            <a:xfrm>
              <a:off x="204" y="2022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76" name="Rectangle 46"/>
            <p:cNvSpPr>
              <a:spLocks noChangeArrowheads="1"/>
            </p:cNvSpPr>
            <p:nvPr/>
          </p:nvSpPr>
          <p:spPr bwMode="auto">
            <a:xfrm>
              <a:off x="204" y="2022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3077" name="Line 47"/>
            <p:cNvSpPr>
              <a:spLocks noChangeShapeType="1"/>
            </p:cNvSpPr>
            <p:nvPr/>
          </p:nvSpPr>
          <p:spPr bwMode="auto">
            <a:xfrm>
              <a:off x="204" y="2172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78" name="Rectangle 48"/>
            <p:cNvSpPr>
              <a:spLocks noChangeArrowheads="1"/>
            </p:cNvSpPr>
            <p:nvPr/>
          </p:nvSpPr>
          <p:spPr bwMode="auto">
            <a:xfrm>
              <a:off x="204" y="2172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3079" name="Line 49"/>
            <p:cNvSpPr>
              <a:spLocks noChangeShapeType="1"/>
            </p:cNvSpPr>
            <p:nvPr/>
          </p:nvSpPr>
          <p:spPr bwMode="auto">
            <a:xfrm>
              <a:off x="204" y="232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0" name="Rectangle 50"/>
            <p:cNvSpPr>
              <a:spLocks noChangeArrowheads="1"/>
            </p:cNvSpPr>
            <p:nvPr/>
          </p:nvSpPr>
          <p:spPr bwMode="auto">
            <a:xfrm>
              <a:off x="204" y="2321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3081" name="Line 51"/>
            <p:cNvSpPr>
              <a:spLocks noChangeShapeType="1"/>
            </p:cNvSpPr>
            <p:nvPr/>
          </p:nvSpPr>
          <p:spPr bwMode="auto">
            <a:xfrm>
              <a:off x="204" y="247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2" name="Rectangle 52"/>
            <p:cNvSpPr>
              <a:spLocks noChangeArrowheads="1"/>
            </p:cNvSpPr>
            <p:nvPr/>
          </p:nvSpPr>
          <p:spPr bwMode="auto">
            <a:xfrm>
              <a:off x="204" y="2471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3083" name="Line 53"/>
            <p:cNvSpPr>
              <a:spLocks noChangeShapeType="1"/>
            </p:cNvSpPr>
            <p:nvPr/>
          </p:nvSpPr>
          <p:spPr bwMode="auto">
            <a:xfrm>
              <a:off x="204" y="262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4" name="Rectangle 54"/>
            <p:cNvSpPr>
              <a:spLocks noChangeArrowheads="1"/>
            </p:cNvSpPr>
            <p:nvPr/>
          </p:nvSpPr>
          <p:spPr bwMode="auto">
            <a:xfrm>
              <a:off x="204" y="2621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3085" name="Line 55"/>
            <p:cNvSpPr>
              <a:spLocks noChangeShapeType="1"/>
            </p:cNvSpPr>
            <p:nvPr/>
          </p:nvSpPr>
          <p:spPr bwMode="auto">
            <a:xfrm>
              <a:off x="204" y="277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6" name="Rectangle 56"/>
            <p:cNvSpPr>
              <a:spLocks noChangeArrowheads="1"/>
            </p:cNvSpPr>
            <p:nvPr/>
          </p:nvSpPr>
          <p:spPr bwMode="auto">
            <a:xfrm>
              <a:off x="204" y="2771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3087" name="Line 57"/>
            <p:cNvSpPr>
              <a:spLocks noChangeShapeType="1"/>
            </p:cNvSpPr>
            <p:nvPr/>
          </p:nvSpPr>
          <p:spPr bwMode="auto">
            <a:xfrm>
              <a:off x="204" y="2920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8" name="Rectangle 58"/>
            <p:cNvSpPr>
              <a:spLocks noChangeArrowheads="1"/>
            </p:cNvSpPr>
            <p:nvPr/>
          </p:nvSpPr>
          <p:spPr bwMode="auto">
            <a:xfrm>
              <a:off x="204" y="2920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3089" name="Line 59"/>
            <p:cNvSpPr>
              <a:spLocks noChangeShapeType="1"/>
            </p:cNvSpPr>
            <p:nvPr/>
          </p:nvSpPr>
          <p:spPr bwMode="auto">
            <a:xfrm>
              <a:off x="204" y="3070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0" name="Rectangle 60"/>
            <p:cNvSpPr>
              <a:spLocks noChangeArrowheads="1"/>
            </p:cNvSpPr>
            <p:nvPr/>
          </p:nvSpPr>
          <p:spPr bwMode="auto">
            <a:xfrm>
              <a:off x="204" y="3070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3091" name="Line 61"/>
            <p:cNvSpPr>
              <a:spLocks noChangeShapeType="1"/>
            </p:cNvSpPr>
            <p:nvPr/>
          </p:nvSpPr>
          <p:spPr bwMode="auto">
            <a:xfrm>
              <a:off x="204" y="3220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2" name="Rectangle 62"/>
            <p:cNvSpPr>
              <a:spLocks noChangeArrowheads="1"/>
            </p:cNvSpPr>
            <p:nvPr/>
          </p:nvSpPr>
          <p:spPr bwMode="auto">
            <a:xfrm>
              <a:off x="204" y="3220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43012" name="Text Box 63"/>
          <p:cNvSpPr txBox="1">
            <a:spLocks noChangeArrowheads="1"/>
          </p:cNvSpPr>
          <p:nvPr/>
        </p:nvSpPr>
        <p:spPr bwMode="auto">
          <a:xfrm>
            <a:off x="228600" y="13716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Sequence Database:</a:t>
            </a:r>
            <a:endParaRPr lang="en-US" altLang="en-US" sz="180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248400" y="1965325"/>
          <a:ext cx="1066800" cy="3292479"/>
        </p:xfrm>
        <a:graphic>
          <a:graphicData uri="http://schemas.openxmlformats.org/drawingml/2006/table">
            <a:tbl>
              <a:tblPr/>
              <a:tblGrid>
                <a:gridCol w="1066800"/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Events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EFFF7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2, 3, 5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B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7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B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4,5,6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7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B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1,2,7,8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7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B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1,7,8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7FF"/>
                    </a:solidFill>
                  </a:tcPr>
                </a:tc>
              </a:tr>
            </a:tbl>
          </a:graphicData>
        </a:graphic>
      </p:graphicFrame>
      <p:sp>
        <p:nvSpPr>
          <p:cNvPr id="43035" name="Text Box 63"/>
          <p:cNvSpPr txBox="1">
            <a:spLocks noChangeArrowheads="1"/>
          </p:cNvSpPr>
          <p:nvPr/>
        </p:nvSpPr>
        <p:spPr bwMode="auto">
          <a:xfrm>
            <a:off x="5410200" y="1404938"/>
            <a:ext cx="251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Market- basket Data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Sequence Data vs. Market-basket Data</a:t>
            </a:r>
            <a:endParaRPr lang="en-US" altLang="en-US"/>
          </a:p>
        </p:txBody>
      </p:sp>
      <p:grpSp>
        <p:nvGrpSpPr>
          <p:cNvPr id="44035" name="Group 5"/>
          <p:cNvGrpSpPr>
            <a:grpSpLocks noChangeAspect="1"/>
          </p:cNvGrpSpPr>
          <p:nvPr/>
        </p:nvGrpSpPr>
        <p:grpSpPr bwMode="auto">
          <a:xfrm>
            <a:off x="228600" y="1954213"/>
            <a:ext cx="4335463" cy="3303587"/>
            <a:chOff x="192" y="1872"/>
            <a:chExt cx="1968" cy="1361"/>
          </a:xfrm>
        </p:grpSpPr>
        <p:sp>
          <p:nvSpPr>
            <p:cNvPr id="44060" name="AutoShape 6"/>
            <p:cNvSpPr>
              <a:spLocks noChangeAspect="1" noChangeArrowheads="1" noTextEdit="1"/>
            </p:cNvSpPr>
            <p:nvPr/>
          </p:nvSpPr>
          <p:spPr bwMode="auto">
            <a:xfrm>
              <a:off x="192" y="1872"/>
              <a:ext cx="1968" cy="1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1" name="Rectangle 7"/>
            <p:cNvSpPr>
              <a:spLocks noChangeArrowheads="1"/>
            </p:cNvSpPr>
            <p:nvPr/>
          </p:nvSpPr>
          <p:spPr bwMode="auto">
            <a:xfrm>
              <a:off x="198" y="1878"/>
              <a:ext cx="1956" cy="15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4062" name="Rectangle 8"/>
            <p:cNvSpPr>
              <a:spLocks noChangeArrowheads="1"/>
            </p:cNvSpPr>
            <p:nvPr/>
          </p:nvSpPr>
          <p:spPr bwMode="auto">
            <a:xfrm>
              <a:off x="313" y="1879"/>
              <a:ext cx="408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</a:rPr>
                <a:t>Customer</a:t>
              </a:r>
              <a:endParaRPr lang="en-US" altLang="en-US" sz="1400"/>
            </a:p>
          </p:txBody>
        </p:sp>
        <p:sp>
          <p:nvSpPr>
            <p:cNvPr id="44063" name="Rectangle 9"/>
            <p:cNvSpPr>
              <a:spLocks noChangeArrowheads="1"/>
            </p:cNvSpPr>
            <p:nvPr/>
          </p:nvSpPr>
          <p:spPr bwMode="auto">
            <a:xfrm>
              <a:off x="1067" y="1879"/>
              <a:ext cx="190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</a:rPr>
                <a:t>Date</a:t>
              </a:r>
              <a:endParaRPr lang="en-US" altLang="en-US" sz="1400"/>
            </a:p>
          </p:txBody>
        </p:sp>
        <p:sp>
          <p:nvSpPr>
            <p:cNvPr id="44064" name="Rectangle 10"/>
            <p:cNvSpPr>
              <a:spLocks noChangeArrowheads="1"/>
            </p:cNvSpPr>
            <p:nvPr/>
          </p:nvSpPr>
          <p:spPr bwMode="auto">
            <a:xfrm>
              <a:off x="1548" y="1891"/>
              <a:ext cx="547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</a:rPr>
                <a:t>Items bought</a:t>
              </a:r>
              <a:endParaRPr lang="en-US" altLang="en-US" sz="1400"/>
            </a:p>
          </p:txBody>
        </p:sp>
        <p:sp>
          <p:nvSpPr>
            <p:cNvPr id="44065" name="Rectangle 11"/>
            <p:cNvSpPr>
              <a:spLocks noChangeArrowheads="1"/>
            </p:cNvSpPr>
            <p:nvPr/>
          </p:nvSpPr>
          <p:spPr bwMode="auto">
            <a:xfrm>
              <a:off x="461" y="2033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A</a:t>
              </a:r>
              <a:endParaRPr lang="en-US" altLang="en-US" sz="1400"/>
            </a:p>
          </p:txBody>
        </p:sp>
        <p:sp>
          <p:nvSpPr>
            <p:cNvPr id="44066" name="Rectangle 12"/>
            <p:cNvSpPr>
              <a:spLocks noChangeArrowheads="1"/>
            </p:cNvSpPr>
            <p:nvPr/>
          </p:nvSpPr>
          <p:spPr bwMode="auto">
            <a:xfrm>
              <a:off x="1095" y="203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10</a:t>
              </a:r>
              <a:endParaRPr lang="en-US" altLang="en-US" sz="1400"/>
            </a:p>
          </p:txBody>
        </p:sp>
        <p:sp>
          <p:nvSpPr>
            <p:cNvPr id="44067" name="Rectangle 13"/>
            <p:cNvSpPr>
              <a:spLocks noChangeArrowheads="1"/>
            </p:cNvSpPr>
            <p:nvPr/>
          </p:nvSpPr>
          <p:spPr bwMode="auto">
            <a:xfrm>
              <a:off x="1545" y="2033"/>
              <a:ext cx="242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FF0000"/>
                  </a:solidFill>
                </a:rPr>
                <a:t>2</a:t>
              </a:r>
              <a:r>
                <a:rPr lang="en-US" altLang="en-US" sz="1500" b="0">
                  <a:solidFill>
                    <a:srgbClr val="000000"/>
                  </a:solidFill>
                </a:rPr>
                <a:t>, 3, 5</a:t>
              </a:r>
              <a:endParaRPr lang="en-US" altLang="en-US" sz="1400"/>
            </a:p>
          </p:txBody>
        </p:sp>
        <p:sp>
          <p:nvSpPr>
            <p:cNvPr id="44068" name="Rectangle 14"/>
            <p:cNvSpPr>
              <a:spLocks noChangeArrowheads="1"/>
            </p:cNvSpPr>
            <p:nvPr/>
          </p:nvSpPr>
          <p:spPr bwMode="auto">
            <a:xfrm>
              <a:off x="461" y="2183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A</a:t>
              </a:r>
              <a:endParaRPr lang="en-US" altLang="en-US" sz="1400"/>
            </a:p>
          </p:txBody>
        </p:sp>
        <p:sp>
          <p:nvSpPr>
            <p:cNvPr id="44069" name="Rectangle 15"/>
            <p:cNvSpPr>
              <a:spLocks noChangeArrowheads="1"/>
            </p:cNvSpPr>
            <p:nvPr/>
          </p:nvSpPr>
          <p:spPr bwMode="auto">
            <a:xfrm>
              <a:off x="1095" y="218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20</a:t>
              </a:r>
              <a:endParaRPr lang="en-US" altLang="en-US" sz="1400"/>
            </a:p>
          </p:txBody>
        </p:sp>
        <p:sp>
          <p:nvSpPr>
            <p:cNvPr id="44070" name="Rectangle 16"/>
            <p:cNvSpPr>
              <a:spLocks noChangeArrowheads="1"/>
            </p:cNvSpPr>
            <p:nvPr/>
          </p:nvSpPr>
          <p:spPr bwMode="auto">
            <a:xfrm>
              <a:off x="1545" y="2183"/>
              <a:ext cx="146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 </a:t>
              </a:r>
              <a:r>
                <a:rPr lang="en-US" altLang="en-US" sz="1500" b="0">
                  <a:solidFill>
                    <a:srgbClr val="FF0000"/>
                  </a:solidFill>
                </a:rPr>
                <a:t>1</a:t>
              </a:r>
              <a:r>
                <a:rPr lang="en-US" altLang="en-US" sz="1500" b="0">
                  <a:solidFill>
                    <a:srgbClr val="000000"/>
                  </a:solidFill>
                </a:rPr>
                <a:t>,6</a:t>
              </a:r>
              <a:endParaRPr lang="en-US" altLang="en-US" sz="1400"/>
            </a:p>
          </p:txBody>
        </p:sp>
        <p:sp>
          <p:nvSpPr>
            <p:cNvPr id="44071" name="Rectangle 17"/>
            <p:cNvSpPr>
              <a:spLocks noChangeArrowheads="1"/>
            </p:cNvSpPr>
            <p:nvPr/>
          </p:nvSpPr>
          <p:spPr bwMode="auto">
            <a:xfrm>
              <a:off x="461" y="2333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A</a:t>
              </a:r>
              <a:endParaRPr lang="en-US" altLang="en-US" sz="1400"/>
            </a:p>
          </p:txBody>
        </p:sp>
        <p:sp>
          <p:nvSpPr>
            <p:cNvPr id="44072" name="Rectangle 18"/>
            <p:cNvSpPr>
              <a:spLocks noChangeArrowheads="1"/>
            </p:cNvSpPr>
            <p:nvPr/>
          </p:nvSpPr>
          <p:spPr bwMode="auto">
            <a:xfrm>
              <a:off x="1095" y="233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23</a:t>
              </a:r>
              <a:endParaRPr lang="en-US" altLang="en-US" sz="1400"/>
            </a:p>
          </p:txBody>
        </p:sp>
        <p:sp>
          <p:nvSpPr>
            <p:cNvPr id="44073" name="Rectangle 19"/>
            <p:cNvSpPr>
              <a:spLocks noChangeArrowheads="1"/>
            </p:cNvSpPr>
            <p:nvPr/>
          </p:nvSpPr>
          <p:spPr bwMode="auto">
            <a:xfrm>
              <a:off x="1545" y="2333"/>
              <a:ext cx="49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FFC000"/>
                  </a:solidFill>
                </a:rPr>
                <a:t>1</a:t>
              </a:r>
              <a:endParaRPr lang="en-US" altLang="en-US" sz="1400">
                <a:solidFill>
                  <a:srgbClr val="FFC000"/>
                </a:solidFill>
              </a:endParaRPr>
            </a:p>
          </p:txBody>
        </p:sp>
        <p:sp>
          <p:nvSpPr>
            <p:cNvPr id="44074" name="Rectangle 20"/>
            <p:cNvSpPr>
              <a:spLocks noChangeArrowheads="1"/>
            </p:cNvSpPr>
            <p:nvPr/>
          </p:nvSpPr>
          <p:spPr bwMode="auto">
            <a:xfrm>
              <a:off x="461" y="2483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B</a:t>
              </a:r>
              <a:endParaRPr lang="en-US" altLang="en-US" sz="1400"/>
            </a:p>
          </p:txBody>
        </p:sp>
        <p:sp>
          <p:nvSpPr>
            <p:cNvPr id="44075" name="Rectangle 21"/>
            <p:cNvSpPr>
              <a:spLocks noChangeArrowheads="1"/>
            </p:cNvSpPr>
            <p:nvPr/>
          </p:nvSpPr>
          <p:spPr bwMode="auto">
            <a:xfrm>
              <a:off x="1095" y="248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11</a:t>
              </a:r>
              <a:endParaRPr lang="en-US" altLang="en-US" sz="1400"/>
            </a:p>
          </p:txBody>
        </p:sp>
        <p:sp>
          <p:nvSpPr>
            <p:cNvPr id="44076" name="Rectangle 22"/>
            <p:cNvSpPr>
              <a:spLocks noChangeArrowheads="1"/>
            </p:cNvSpPr>
            <p:nvPr/>
          </p:nvSpPr>
          <p:spPr bwMode="auto">
            <a:xfrm>
              <a:off x="1545" y="2483"/>
              <a:ext cx="33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4, 5, 6</a:t>
              </a:r>
              <a:endParaRPr lang="en-US" altLang="en-US" sz="1400"/>
            </a:p>
          </p:txBody>
        </p:sp>
        <p:sp>
          <p:nvSpPr>
            <p:cNvPr id="44077" name="Rectangle 23"/>
            <p:cNvSpPr>
              <a:spLocks noChangeArrowheads="1"/>
            </p:cNvSpPr>
            <p:nvPr/>
          </p:nvSpPr>
          <p:spPr bwMode="auto">
            <a:xfrm>
              <a:off x="461" y="2632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B</a:t>
              </a:r>
              <a:endParaRPr lang="en-US" altLang="en-US" sz="1400"/>
            </a:p>
          </p:txBody>
        </p:sp>
        <p:sp>
          <p:nvSpPr>
            <p:cNvPr id="44078" name="Rectangle 24"/>
            <p:cNvSpPr>
              <a:spLocks noChangeArrowheads="1"/>
            </p:cNvSpPr>
            <p:nvPr/>
          </p:nvSpPr>
          <p:spPr bwMode="auto">
            <a:xfrm>
              <a:off x="1095" y="263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17</a:t>
              </a:r>
              <a:endParaRPr lang="en-US" altLang="en-US" sz="1400"/>
            </a:p>
          </p:txBody>
        </p:sp>
        <p:sp>
          <p:nvSpPr>
            <p:cNvPr id="44079" name="Rectangle 25"/>
            <p:cNvSpPr>
              <a:spLocks noChangeArrowheads="1"/>
            </p:cNvSpPr>
            <p:nvPr/>
          </p:nvSpPr>
          <p:spPr bwMode="auto">
            <a:xfrm>
              <a:off x="1545" y="2632"/>
              <a:ext cx="49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 dirty="0">
                  <a:solidFill>
                    <a:srgbClr val="FF0000"/>
                  </a:solidFill>
                </a:rPr>
                <a:t>2</a:t>
              </a:r>
              <a:endParaRPr lang="en-US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44080" name="Rectangle 26"/>
            <p:cNvSpPr>
              <a:spLocks noChangeArrowheads="1"/>
            </p:cNvSpPr>
            <p:nvPr/>
          </p:nvSpPr>
          <p:spPr bwMode="auto">
            <a:xfrm>
              <a:off x="461" y="2782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B</a:t>
              </a:r>
              <a:endParaRPr lang="en-US" altLang="en-US" sz="1400"/>
            </a:p>
          </p:txBody>
        </p:sp>
        <p:sp>
          <p:nvSpPr>
            <p:cNvPr id="44081" name="Rectangle 27"/>
            <p:cNvSpPr>
              <a:spLocks noChangeArrowheads="1"/>
            </p:cNvSpPr>
            <p:nvPr/>
          </p:nvSpPr>
          <p:spPr bwMode="auto">
            <a:xfrm>
              <a:off x="1095" y="278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21</a:t>
              </a:r>
              <a:endParaRPr lang="en-US" altLang="en-US" sz="1400"/>
            </a:p>
          </p:txBody>
        </p:sp>
        <p:sp>
          <p:nvSpPr>
            <p:cNvPr id="44082" name="Rectangle 28"/>
            <p:cNvSpPr>
              <a:spLocks noChangeArrowheads="1"/>
            </p:cNvSpPr>
            <p:nvPr/>
          </p:nvSpPr>
          <p:spPr bwMode="auto">
            <a:xfrm>
              <a:off x="1545" y="2782"/>
              <a:ext cx="267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FF0000"/>
                  </a:solidFill>
                </a:rPr>
                <a:t>1</a:t>
              </a:r>
              <a:r>
                <a:rPr lang="en-US" altLang="en-US" sz="1500" b="0">
                  <a:solidFill>
                    <a:srgbClr val="000000"/>
                  </a:solidFill>
                </a:rPr>
                <a:t>,</a:t>
              </a:r>
              <a:r>
                <a:rPr lang="en-US" altLang="en-US" sz="1500" b="0">
                  <a:solidFill>
                    <a:srgbClr val="FFC000"/>
                  </a:solidFill>
                </a:rPr>
                <a:t>2</a:t>
              </a:r>
              <a:r>
                <a:rPr lang="en-US" altLang="en-US" sz="1500" b="0">
                  <a:solidFill>
                    <a:srgbClr val="000000"/>
                  </a:solidFill>
                </a:rPr>
                <a:t>,7,8</a:t>
              </a:r>
              <a:endParaRPr lang="en-US" altLang="en-US" sz="1400"/>
            </a:p>
          </p:txBody>
        </p:sp>
        <p:sp>
          <p:nvSpPr>
            <p:cNvPr id="44083" name="Rectangle 29"/>
            <p:cNvSpPr>
              <a:spLocks noChangeArrowheads="1"/>
            </p:cNvSpPr>
            <p:nvPr/>
          </p:nvSpPr>
          <p:spPr bwMode="auto">
            <a:xfrm>
              <a:off x="461" y="2932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B</a:t>
              </a:r>
              <a:endParaRPr lang="en-US" altLang="en-US" sz="1400"/>
            </a:p>
          </p:txBody>
        </p:sp>
        <p:sp>
          <p:nvSpPr>
            <p:cNvPr id="44084" name="Rectangle 30"/>
            <p:cNvSpPr>
              <a:spLocks noChangeArrowheads="1"/>
            </p:cNvSpPr>
            <p:nvPr/>
          </p:nvSpPr>
          <p:spPr bwMode="auto">
            <a:xfrm>
              <a:off x="1095" y="293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28</a:t>
              </a:r>
              <a:endParaRPr lang="en-US" altLang="en-US" sz="1400"/>
            </a:p>
          </p:txBody>
        </p:sp>
        <p:sp>
          <p:nvSpPr>
            <p:cNvPr id="44085" name="Rectangle 31"/>
            <p:cNvSpPr>
              <a:spLocks noChangeArrowheads="1"/>
            </p:cNvSpPr>
            <p:nvPr/>
          </p:nvSpPr>
          <p:spPr bwMode="auto">
            <a:xfrm>
              <a:off x="1545" y="2932"/>
              <a:ext cx="146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FFC000"/>
                  </a:solidFill>
                </a:rPr>
                <a:t>1</a:t>
              </a:r>
              <a:r>
                <a:rPr lang="en-US" altLang="en-US" sz="1500" b="0">
                  <a:solidFill>
                    <a:srgbClr val="000000"/>
                  </a:solidFill>
                </a:rPr>
                <a:t>, 6</a:t>
              </a:r>
              <a:endParaRPr lang="en-US" altLang="en-US" sz="1400"/>
            </a:p>
          </p:txBody>
        </p:sp>
        <p:sp>
          <p:nvSpPr>
            <p:cNvPr id="44086" name="Rectangle 32"/>
            <p:cNvSpPr>
              <a:spLocks noChangeArrowheads="1"/>
            </p:cNvSpPr>
            <p:nvPr/>
          </p:nvSpPr>
          <p:spPr bwMode="auto">
            <a:xfrm>
              <a:off x="457" y="3082"/>
              <a:ext cx="8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C</a:t>
              </a:r>
              <a:endParaRPr lang="en-US" altLang="en-US" sz="1400"/>
            </a:p>
          </p:txBody>
        </p:sp>
        <p:sp>
          <p:nvSpPr>
            <p:cNvPr id="44087" name="Rectangle 33"/>
            <p:cNvSpPr>
              <a:spLocks noChangeArrowheads="1"/>
            </p:cNvSpPr>
            <p:nvPr/>
          </p:nvSpPr>
          <p:spPr bwMode="auto">
            <a:xfrm>
              <a:off x="1095" y="308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14</a:t>
              </a:r>
              <a:endParaRPr lang="en-US" altLang="en-US" sz="1400"/>
            </a:p>
          </p:txBody>
        </p:sp>
        <p:sp>
          <p:nvSpPr>
            <p:cNvPr id="44088" name="Rectangle 34"/>
            <p:cNvSpPr>
              <a:spLocks noChangeArrowheads="1"/>
            </p:cNvSpPr>
            <p:nvPr/>
          </p:nvSpPr>
          <p:spPr bwMode="auto">
            <a:xfrm>
              <a:off x="1545" y="3082"/>
              <a:ext cx="194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/>
                <a:t>1</a:t>
              </a:r>
              <a:r>
                <a:rPr lang="en-US" altLang="en-US" sz="1500" b="0">
                  <a:solidFill>
                    <a:srgbClr val="000000"/>
                  </a:solidFill>
                </a:rPr>
                <a:t>,7,8</a:t>
              </a:r>
              <a:endParaRPr lang="en-US" altLang="en-US" sz="1400"/>
            </a:p>
          </p:txBody>
        </p:sp>
        <p:sp>
          <p:nvSpPr>
            <p:cNvPr id="44089" name="Line 35"/>
            <p:cNvSpPr>
              <a:spLocks noChangeShapeType="1"/>
            </p:cNvSpPr>
            <p:nvPr/>
          </p:nvSpPr>
          <p:spPr bwMode="auto">
            <a:xfrm>
              <a:off x="192" y="1872"/>
              <a:ext cx="1" cy="136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0" name="Rectangle 36"/>
            <p:cNvSpPr>
              <a:spLocks noChangeArrowheads="1"/>
            </p:cNvSpPr>
            <p:nvPr/>
          </p:nvSpPr>
          <p:spPr bwMode="auto">
            <a:xfrm>
              <a:off x="192" y="1872"/>
              <a:ext cx="12" cy="136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4091" name="Line 37"/>
            <p:cNvSpPr>
              <a:spLocks noChangeShapeType="1"/>
            </p:cNvSpPr>
            <p:nvPr/>
          </p:nvSpPr>
          <p:spPr bwMode="auto">
            <a:xfrm>
              <a:off x="787" y="1884"/>
              <a:ext cx="1" cy="13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2" name="Rectangle 38"/>
            <p:cNvSpPr>
              <a:spLocks noChangeArrowheads="1"/>
            </p:cNvSpPr>
            <p:nvPr/>
          </p:nvSpPr>
          <p:spPr bwMode="auto">
            <a:xfrm>
              <a:off x="787" y="1884"/>
              <a:ext cx="12" cy="13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4093" name="Line 39"/>
            <p:cNvSpPr>
              <a:spLocks noChangeShapeType="1"/>
            </p:cNvSpPr>
            <p:nvPr/>
          </p:nvSpPr>
          <p:spPr bwMode="auto">
            <a:xfrm>
              <a:off x="1516" y="1884"/>
              <a:ext cx="1" cy="13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4" name="Rectangle 40"/>
            <p:cNvSpPr>
              <a:spLocks noChangeArrowheads="1"/>
            </p:cNvSpPr>
            <p:nvPr/>
          </p:nvSpPr>
          <p:spPr bwMode="auto">
            <a:xfrm>
              <a:off x="1516" y="1884"/>
              <a:ext cx="11" cy="13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4095" name="Line 41"/>
            <p:cNvSpPr>
              <a:spLocks noChangeShapeType="1"/>
            </p:cNvSpPr>
            <p:nvPr/>
          </p:nvSpPr>
          <p:spPr bwMode="auto">
            <a:xfrm>
              <a:off x="2147" y="1884"/>
              <a:ext cx="1" cy="13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6" name="Rectangle 42"/>
            <p:cNvSpPr>
              <a:spLocks noChangeArrowheads="1"/>
            </p:cNvSpPr>
            <p:nvPr/>
          </p:nvSpPr>
          <p:spPr bwMode="auto">
            <a:xfrm>
              <a:off x="2147" y="1884"/>
              <a:ext cx="12" cy="13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4097" name="Line 43"/>
            <p:cNvSpPr>
              <a:spLocks noChangeShapeType="1"/>
            </p:cNvSpPr>
            <p:nvPr/>
          </p:nvSpPr>
          <p:spPr bwMode="auto">
            <a:xfrm>
              <a:off x="204" y="1872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8" name="Rectangle 44"/>
            <p:cNvSpPr>
              <a:spLocks noChangeArrowheads="1"/>
            </p:cNvSpPr>
            <p:nvPr/>
          </p:nvSpPr>
          <p:spPr bwMode="auto">
            <a:xfrm>
              <a:off x="204" y="1872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4099" name="Line 45"/>
            <p:cNvSpPr>
              <a:spLocks noChangeShapeType="1"/>
            </p:cNvSpPr>
            <p:nvPr/>
          </p:nvSpPr>
          <p:spPr bwMode="auto">
            <a:xfrm>
              <a:off x="204" y="2022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0" name="Rectangle 46"/>
            <p:cNvSpPr>
              <a:spLocks noChangeArrowheads="1"/>
            </p:cNvSpPr>
            <p:nvPr/>
          </p:nvSpPr>
          <p:spPr bwMode="auto">
            <a:xfrm>
              <a:off x="204" y="2022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4101" name="Line 47"/>
            <p:cNvSpPr>
              <a:spLocks noChangeShapeType="1"/>
            </p:cNvSpPr>
            <p:nvPr/>
          </p:nvSpPr>
          <p:spPr bwMode="auto">
            <a:xfrm>
              <a:off x="204" y="2172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2" name="Rectangle 48"/>
            <p:cNvSpPr>
              <a:spLocks noChangeArrowheads="1"/>
            </p:cNvSpPr>
            <p:nvPr/>
          </p:nvSpPr>
          <p:spPr bwMode="auto">
            <a:xfrm>
              <a:off x="204" y="2172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4103" name="Line 49"/>
            <p:cNvSpPr>
              <a:spLocks noChangeShapeType="1"/>
            </p:cNvSpPr>
            <p:nvPr/>
          </p:nvSpPr>
          <p:spPr bwMode="auto">
            <a:xfrm>
              <a:off x="204" y="232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4" name="Rectangle 50"/>
            <p:cNvSpPr>
              <a:spLocks noChangeArrowheads="1"/>
            </p:cNvSpPr>
            <p:nvPr/>
          </p:nvSpPr>
          <p:spPr bwMode="auto">
            <a:xfrm>
              <a:off x="204" y="2321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4105" name="Line 51"/>
            <p:cNvSpPr>
              <a:spLocks noChangeShapeType="1"/>
            </p:cNvSpPr>
            <p:nvPr/>
          </p:nvSpPr>
          <p:spPr bwMode="auto">
            <a:xfrm>
              <a:off x="204" y="247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6" name="Rectangle 52"/>
            <p:cNvSpPr>
              <a:spLocks noChangeArrowheads="1"/>
            </p:cNvSpPr>
            <p:nvPr/>
          </p:nvSpPr>
          <p:spPr bwMode="auto">
            <a:xfrm>
              <a:off x="204" y="2471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4107" name="Line 53"/>
            <p:cNvSpPr>
              <a:spLocks noChangeShapeType="1"/>
            </p:cNvSpPr>
            <p:nvPr/>
          </p:nvSpPr>
          <p:spPr bwMode="auto">
            <a:xfrm>
              <a:off x="204" y="262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8" name="Rectangle 54"/>
            <p:cNvSpPr>
              <a:spLocks noChangeArrowheads="1"/>
            </p:cNvSpPr>
            <p:nvPr/>
          </p:nvSpPr>
          <p:spPr bwMode="auto">
            <a:xfrm>
              <a:off x="204" y="2621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4109" name="Line 55"/>
            <p:cNvSpPr>
              <a:spLocks noChangeShapeType="1"/>
            </p:cNvSpPr>
            <p:nvPr/>
          </p:nvSpPr>
          <p:spPr bwMode="auto">
            <a:xfrm>
              <a:off x="204" y="277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0" name="Rectangle 56"/>
            <p:cNvSpPr>
              <a:spLocks noChangeArrowheads="1"/>
            </p:cNvSpPr>
            <p:nvPr/>
          </p:nvSpPr>
          <p:spPr bwMode="auto">
            <a:xfrm>
              <a:off x="204" y="2771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4111" name="Line 57"/>
            <p:cNvSpPr>
              <a:spLocks noChangeShapeType="1"/>
            </p:cNvSpPr>
            <p:nvPr/>
          </p:nvSpPr>
          <p:spPr bwMode="auto">
            <a:xfrm>
              <a:off x="204" y="2920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2" name="Rectangle 58"/>
            <p:cNvSpPr>
              <a:spLocks noChangeArrowheads="1"/>
            </p:cNvSpPr>
            <p:nvPr/>
          </p:nvSpPr>
          <p:spPr bwMode="auto">
            <a:xfrm>
              <a:off x="204" y="2920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4113" name="Line 59"/>
            <p:cNvSpPr>
              <a:spLocks noChangeShapeType="1"/>
            </p:cNvSpPr>
            <p:nvPr/>
          </p:nvSpPr>
          <p:spPr bwMode="auto">
            <a:xfrm>
              <a:off x="204" y="3070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4" name="Rectangle 60"/>
            <p:cNvSpPr>
              <a:spLocks noChangeArrowheads="1"/>
            </p:cNvSpPr>
            <p:nvPr/>
          </p:nvSpPr>
          <p:spPr bwMode="auto">
            <a:xfrm>
              <a:off x="204" y="3070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4115" name="Line 61"/>
            <p:cNvSpPr>
              <a:spLocks noChangeShapeType="1"/>
            </p:cNvSpPr>
            <p:nvPr/>
          </p:nvSpPr>
          <p:spPr bwMode="auto">
            <a:xfrm>
              <a:off x="204" y="3220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6" name="Rectangle 62"/>
            <p:cNvSpPr>
              <a:spLocks noChangeArrowheads="1"/>
            </p:cNvSpPr>
            <p:nvPr/>
          </p:nvSpPr>
          <p:spPr bwMode="auto">
            <a:xfrm>
              <a:off x="204" y="3220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44036" name="Text Box 63"/>
          <p:cNvSpPr txBox="1">
            <a:spLocks noChangeArrowheads="1"/>
          </p:cNvSpPr>
          <p:nvPr/>
        </p:nvSpPr>
        <p:spPr bwMode="auto">
          <a:xfrm>
            <a:off x="228600" y="13716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Sequence Database:</a:t>
            </a:r>
            <a:endParaRPr lang="en-US" altLang="en-US" sz="180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248400" y="1965325"/>
          <a:ext cx="1066800" cy="3292479"/>
        </p:xfrm>
        <a:graphic>
          <a:graphicData uri="http://schemas.openxmlformats.org/drawingml/2006/table">
            <a:tbl>
              <a:tblPr/>
              <a:tblGrid>
                <a:gridCol w="1066800"/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Events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EFFF7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2, 3, 5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B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7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B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4,5,6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7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B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1,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,7,8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7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B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7,8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7FF"/>
                    </a:solidFill>
                  </a:tcPr>
                </a:tc>
              </a:tr>
            </a:tbl>
          </a:graphicData>
        </a:graphic>
      </p:graphicFrame>
      <p:sp>
        <p:nvSpPr>
          <p:cNvPr id="44059" name="Text Box 63"/>
          <p:cNvSpPr txBox="1">
            <a:spLocks noChangeArrowheads="1"/>
          </p:cNvSpPr>
          <p:nvPr/>
        </p:nvSpPr>
        <p:spPr bwMode="auto">
          <a:xfrm>
            <a:off x="5410200" y="1404938"/>
            <a:ext cx="251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Market- basket Data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Formal Definition of a Sequence</a:t>
            </a:r>
            <a:endParaRPr lang="en-US" alt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428037" cy="5181600"/>
          </a:xfrm>
        </p:spPr>
        <p:txBody>
          <a:bodyPr/>
          <a:lstStyle/>
          <a:p>
            <a:pPr marL="342900" indent="-342900">
              <a:defRPr/>
            </a:pPr>
            <a:r>
              <a:rPr lang="en-US" altLang="en-US" dirty="0"/>
              <a:t>A sequence is an ordered list of elements</a:t>
            </a:r>
            <a:endParaRPr lang="en-US" altLang="en-US" sz="1200" dirty="0"/>
          </a:p>
          <a:p>
            <a:pPr marL="742950" lvl="1" indent="-285750">
              <a:buFont typeface="Arial" panose="020B0604020202020204" pitchFamily="34" charset="0"/>
              <a:buNone/>
              <a:defRPr/>
            </a:pPr>
            <a:r>
              <a:rPr lang="en-US" altLang="en-US" dirty="0"/>
              <a:t>			s = &lt; </a:t>
            </a:r>
            <a:r>
              <a:rPr lang="en-US" altLang="en-US" sz="2000" dirty="0"/>
              <a:t>e</a:t>
            </a:r>
            <a:r>
              <a:rPr lang="en-US" altLang="en-US" sz="2000" baseline="-25000" dirty="0"/>
              <a:t>1 </a:t>
            </a:r>
            <a:r>
              <a:rPr lang="en-US" altLang="en-US" sz="2000" dirty="0"/>
              <a:t>e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e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 … &gt;</a:t>
            </a:r>
            <a:endParaRPr lang="en-US" altLang="en-US" dirty="0"/>
          </a:p>
          <a:p>
            <a:pPr lvl="4">
              <a:defRPr/>
            </a:pPr>
            <a:endParaRPr lang="en-US" altLang="en-US" sz="900" dirty="0"/>
          </a:p>
          <a:p>
            <a:pPr marL="742950" lvl="1" indent="-285750">
              <a:defRPr/>
            </a:pPr>
            <a:r>
              <a:rPr lang="en-US" altLang="en-US" dirty="0"/>
              <a:t>Each element contains a collection of events (items)</a:t>
            </a:r>
            <a:endParaRPr lang="en-US" altLang="en-US" dirty="0"/>
          </a:p>
          <a:p>
            <a:pPr lvl="4">
              <a:defRPr/>
            </a:pPr>
            <a:endParaRPr lang="en-US" altLang="en-US" sz="900" dirty="0"/>
          </a:p>
          <a:p>
            <a:pPr marL="742950" lvl="1" indent="-285750">
              <a:buFont typeface="Arial" panose="020B0604020202020204" pitchFamily="34" charset="0"/>
              <a:buNone/>
              <a:defRPr/>
            </a:pPr>
            <a:r>
              <a:rPr lang="en-US" altLang="en-US" dirty="0"/>
              <a:t>			</a:t>
            </a:r>
            <a:r>
              <a:rPr lang="en-US" altLang="en-US" dirty="0" err="1"/>
              <a:t>e</a:t>
            </a:r>
            <a:r>
              <a:rPr lang="en-US" altLang="en-US" baseline="-25000" dirty="0" err="1"/>
              <a:t>i</a:t>
            </a:r>
            <a:r>
              <a:rPr lang="en-US" altLang="en-US" dirty="0"/>
              <a:t> = {i</a:t>
            </a:r>
            <a:r>
              <a:rPr lang="en-US" altLang="en-US" baseline="-25000" dirty="0"/>
              <a:t>1</a:t>
            </a:r>
            <a:r>
              <a:rPr lang="en-US" altLang="en-US" dirty="0"/>
              <a:t>, i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dirty="0" err="1"/>
              <a:t>i</a:t>
            </a:r>
            <a:r>
              <a:rPr lang="en-US" altLang="en-US" baseline="-25000" dirty="0" err="1"/>
              <a:t>k</a:t>
            </a:r>
            <a:r>
              <a:rPr lang="en-US" altLang="en-US" dirty="0"/>
              <a:t>}</a:t>
            </a:r>
            <a:endParaRPr lang="en-US" altLang="en-US" dirty="0"/>
          </a:p>
          <a:p>
            <a:pPr lvl="4">
              <a:defRPr/>
            </a:pPr>
            <a:endParaRPr lang="en-US" altLang="en-US" dirty="0"/>
          </a:p>
          <a:p>
            <a:pPr lvl="4">
              <a:defRPr/>
            </a:pPr>
            <a:endParaRPr lang="en-US" altLang="en-US" sz="800" dirty="0"/>
          </a:p>
          <a:p>
            <a:pPr marL="342900" indent="-342900">
              <a:defRPr/>
            </a:pPr>
            <a:r>
              <a:rPr lang="en-US" altLang="en-US" dirty="0"/>
              <a:t>Length of a sequence, |s|, is given by the number of elements in the sequence</a:t>
            </a:r>
            <a:endParaRPr lang="en-US" altLang="en-US" dirty="0"/>
          </a:p>
          <a:p>
            <a:pPr lvl="4">
              <a:defRPr/>
            </a:pPr>
            <a:endParaRPr lang="en-US" altLang="en-US" sz="800" dirty="0"/>
          </a:p>
          <a:p>
            <a:pPr marL="342900" indent="-342900">
              <a:defRPr/>
            </a:pPr>
            <a:r>
              <a:rPr lang="en-US" altLang="en-US" dirty="0"/>
              <a:t>A k-sequence is a sequence that contains k events (items)</a:t>
            </a:r>
            <a:endParaRPr lang="en-US" altLang="en-US" dirty="0"/>
          </a:p>
          <a:p>
            <a:pPr marL="850900" lvl="1">
              <a:defRPr/>
            </a:pPr>
            <a:r>
              <a:rPr lang="en-US" altLang="en-US" sz="1600" dirty="0"/>
              <a:t>&lt;{</a:t>
            </a:r>
            <a:r>
              <a:rPr lang="en-US" altLang="en-US" sz="1600" dirty="0" err="1"/>
              <a:t>a,b</a:t>
            </a:r>
            <a:r>
              <a:rPr lang="en-US" altLang="en-US" sz="1600" dirty="0"/>
              <a:t>} {a}&gt; has a length of 2 and it is a 3-sequence</a:t>
            </a:r>
            <a:endParaRPr lang="en-US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PMingLiU" panose="02020500000000000000" pitchFamily="18" charset="-120"/>
              </a:rPr>
              <a:t>Formal Definition of a Subsequence</a:t>
            </a:r>
            <a:endParaRPr lang="en-US" altLang="zh-TW">
              <a:ea typeface="PMingLiU" panose="02020500000000000000" pitchFamily="18" charset="-120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51837" cy="5334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A sequence t: &lt;a</a:t>
            </a:r>
            <a:r>
              <a:rPr lang="en-US" altLang="en-US" sz="2000" baseline="-25000"/>
              <a:t>1 </a:t>
            </a:r>
            <a:r>
              <a:rPr lang="en-US" altLang="en-US" sz="2000"/>
              <a:t>a</a:t>
            </a:r>
            <a:r>
              <a:rPr lang="en-US" altLang="en-US" sz="2000" baseline="-25000"/>
              <a:t>2 </a:t>
            </a:r>
            <a:r>
              <a:rPr lang="en-US" altLang="en-US" sz="2000"/>
              <a:t>… a</a:t>
            </a:r>
            <a:r>
              <a:rPr lang="en-US" altLang="en-US" sz="2000" baseline="-25000"/>
              <a:t>n</a:t>
            </a:r>
            <a:r>
              <a:rPr lang="en-US" altLang="en-US" sz="2000"/>
              <a:t>&gt; </a:t>
            </a:r>
            <a:r>
              <a:rPr lang="en-US" altLang="en-US" sz="2000" b="1"/>
              <a:t>is contained </a:t>
            </a:r>
            <a:r>
              <a:rPr lang="en-US" altLang="en-US" sz="2000"/>
              <a:t>in another sequence s: &lt;b</a:t>
            </a:r>
            <a:r>
              <a:rPr lang="en-US" altLang="en-US" sz="2000" baseline="-25000"/>
              <a:t>1 </a:t>
            </a:r>
            <a:r>
              <a:rPr lang="en-US" altLang="en-US" sz="2000"/>
              <a:t>b</a:t>
            </a:r>
            <a:r>
              <a:rPr lang="en-US" altLang="en-US" sz="2000" baseline="-25000"/>
              <a:t>2 </a:t>
            </a:r>
            <a:r>
              <a:rPr lang="en-US" altLang="en-US" sz="2000"/>
              <a:t>… b</a:t>
            </a:r>
            <a:r>
              <a:rPr lang="en-US" altLang="en-US" sz="2000" baseline="-25000"/>
              <a:t>m</a:t>
            </a:r>
            <a:r>
              <a:rPr lang="en-US" altLang="en-US" sz="2000"/>
              <a:t>&gt; (m </a:t>
            </a:r>
            <a:r>
              <a:rPr lang="en-US" altLang="en-US" sz="2000">
                <a:cs typeface="Arial" panose="020B0604020202020204" pitchFamily="34" charset="0"/>
              </a:rPr>
              <a:t>≥</a:t>
            </a:r>
            <a:r>
              <a:rPr lang="en-US" altLang="en-US" sz="2000"/>
              <a:t> n) if there exist integers </a:t>
            </a:r>
            <a:br>
              <a:rPr lang="en-US" altLang="en-US" sz="2000"/>
            </a:br>
            <a:r>
              <a:rPr lang="en-US" altLang="en-US" sz="2000"/>
              <a:t>i</a:t>
            </a:r>
            <a:r>
              <a:rPr lang="en-US" altLang="en-US" sz="2000" baseline="-25000"/>
              <a:t>1 </a:t>
            </a:r>
            <a:r>
              <a:rPr lang="en-US" altLang="en-US" sz="2000"/>
              <a:t>&lt; i</a:t>
            </a:r>
            <a:r>
              <a:rPr lang="en-US" altLang="en-US" sz="2000" baseline="-25000"/>
              <a:t>2 </a:t>
            </a:r>
            <a:r>
              <a:rPr lang="en-US" altLang="en-US" sz="2000"/>
              <a:t>&lt; … &lt; i</a:t>
            </a:r>
            <a:r>
              <a:rPr lang="en-US" altLang="en-US" sz="2000" baseline="-25000"/>
              <a:t>n</a:t>
            </a:r>
            <a:r>
              <a:rPr lang="en-US" altLang="en-US" sz="2000"/>
              <a:t> such that a</a:t>
            </a:r>
            <a:r>
              <a:rPr lang="en-US" altLang="en-US" sz="2000" baseline="-25000"/>
              <a:t>1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000">
                <a:ea typeface="宋体" panose="02010600030101010101" pitchFamily="2" charset="-122"/>
              </a:rPr>
              <a:t> </a:t>
            </a:r>
            <a:r>
              <a:rPr lang="en-US" altLang="en-US" sz="2000"/>
              <a:t>b</a:t>
            </a:r>
            <a:r>
              <a:rPr lang="en-US" altLang="en-US" sz="2000" baseline="-25000"/>
              <a:t>i1 </a:t>
            </a:r>
            <a:r>
              <a:rPr lang="en-US" altLang="zh-CN" sz="2000">
                <a:ea typeface="宋体" panose="02010600030101010101" pitchFamily="2" charset="-122"/>
              </a:rPr>
              <a:t>, </a:t>
            </a:r>
            <a:r>
              <a:rPr lang="en-US" altLang="en-US" sz="2000"/>
              <a:t>a</a:t>
            </a:r>
            <a:r>
              <a:rPr lang="en-US" altLang="en-US" sz="2000" baseline="-25000"/>
              <a:t>2</a:t>
            </a:r>
            <a:r>
              <a:rPr lang="en-US" altLang="zh-CN" sz="2000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000">
                <a:ea typeface="宋体" panose="02010600030101010101" pitchFamily="2" charset="-122"/>
              </a:rPr>
              <a:t> </a:t>
            </a:r>
            <a:r>
              <a:rPr lang="en-US" altLang="en-US" sz="2000"/>
              <a:t>b</a:t>
            </a:r>
            <a:r>
              <a:rPr lang="en-US" altLang="en-US" sz="2000" baseline="-25000"/>
              <a:t>i2</a:t>
            </a:r>
            <a:r>
              <a:rPr lang="en-US" altLang="zh-CN" sz="2000">
                <a:ea typeface="宋体" panose="02010600030101010101" pitchFamily="2" charset="-122"/>
              </a:rPr>
              <a:t>, …, </a:t>
            </a:r>
            <a:r>
              <a:rPr lang="en-US" altLang="en-US" sz="2000"/>
              <a:t>a</a:t>
            </a:r>
            <a:r>
              <a:rPr lang="en-US" altLang="en-US" sz="2000" baseline="-25000"/>
              <a:t>n</a:t>
            </a:r>
            <a:r>
              <a:rPr lang="en-US" altLang="zh-CN" sz="2000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000">
                <a:ea typeface="宋体" panose="02010600030101010101" pitchFamily="2" charset="-122"/>
              </a:rPr>
              <a:t> </a:t>
            </a:r>
            <a:r>
              <a:rPr lang="en-US" altLang="en-US" sz="2000"/>
              <a:t>b</a:t>
            </a:r>
            <a:r>
              <a:rPr lang="en-US" altLang="en-US" sz="2000" baseline="-25000"/>
              <a:t>in</a:t>
            </a:r>
            <a:r>
              <a:rPr lang="en-US" altLang="zh-CN" sz="2000">
                <a:ea typeface="宋体" panose="02010600030101010101" pitchFamily="2" charset="-122"/>
              </a:rPr>
              <a:t> 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en-US" sz="2000"/>
              <a:t>Illustrative Example: </a:t>
            </a:r>
            <a:endParaRPr lang="en-US" altLang="en-US" sz="200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000"/>
              <a:t>    s: 		b</a:t>
            </a:r>
            <a:r>
              <a:rPr lang="en-US" altLang="en-US" sz="2000" baseline="-25000"/>
              <a:t>1</a:t>
            </a:r>
            <a:r>
              <a:rPr lang="en-US" altLang="en-US" sz="2000"/>
              <a:t> 	 b</a:t>
            </a:r>
            <a:r>
              <a:rPr lang="en-US" altLang="en-US" sz="2000" baseline="-25000"/>
              <a:t>2</a:t>
            </a:r>
            <a:r>
              <a:rPr lang="en-US" altLang="en-US" sz="2000"/>
              <a:t> 	 b</a:t>
            </a:r>
            <a:r>
              <a:rPr lang="en-US" altLang="en-US" sz="2000" baseline="-25000"/>
              <a:t>3</a:t>
            </a:r>
            <a:r>
              <a:rPr lang="en-US" altLang="en-US" sz="2000"/>
              <a:t> 	 b</a:t>
            </a:r>
            <a:r>
              <a:rPr lang="en-US" altLang="en-US" sz="2000" baseline="-25000"/>
              <a:t>4</a:t>
            </a:r>
            <a:r>
              <a:rPr lang="en-US" altLang="en-US" sz="2000"/>
              <a:t> 	 b</a:t>
            </a:r>
            <a:r>
              <a:rPr lang="en-US" altLang="en-US" sz="2000" baseline="-25000"/>
              <a:t>5</a:t>
            </a:r>
            <a:endParaRPr lang="en-US" altLang="en-US" sz="2000" baseline="-2500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000" baseline="-25000"/>
              <a:t> </a:t>
            </a:r>
            <a:r>
              <a:rPr lang="en-US" altLang="en-US" sz="2000"/>
              <a:t>    t:  			 a</a:t>
            </a:r>
            <a:r>
              <a:rPr lang="en-US" altLang="en-US" sz="2000" baseline="-25000"/>
              <a:t>1 	 </a:t>
            </a:r>
            <a:r>
              <a:rPr lang="en-US" altLang="en-US" sz="2000"/>
              <a:t>a</a:t>
            </a:r>
            <a:r>
              <a:rPr lang="en-US" altLang="en-US" sz="2000" baseline="-25000"/>
              <a:t>2</a:t>
            </a:r>
            <a:r>
              <a:rPr lang="en-US" altLang="en-US" sz="2000"/>
              <a:t> 	 	 a</a:t>
            </a:r>
            <a:r>
              <a:rPr lang="en-US" altLang="en-US" sz="2000" baseline="-25000"/>
              <a:t>3</a:t>
            </a:r>
            <a:endParaRPr lang="en-US" altLang="en-US" sz="2000" baseline="-2500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000" baseline="-25000"/>
              <a:t> </a:t>
            </a:r>
            <a:r>
              <a:rPr lang="en-US" altLang="en-US" sz="2000"/>
              <a:t> t </a:t>
            </a:r>
            <a:r>
              <a:rPr lang="en-US" altLang="en-US" sz="2000" b="1"/>
              <a:t>is a subsequence </a:t>
            </a:r>
            <a:r>
              <a:rPr lang="en-US" altLang="en-US" sz="2000"/>
              <a:t>of s if a</a:t>
            </a:r>
            <a:r>
              <a:rPr lang="en-US" altLang="en-US" sz="2000" baseline="-25000"/>
              <a:t>1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000" baseline="300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en-US" sz="2000"/>
              <a:t>b</a:t>
            </a:r>
            <a:r>
              <a:rPr lang="en-US" altLang="en-US" sz="2000" baseline="-25000"/>
              <a:t>2, </a:t>
            </a:r>
            <a:r>
              <a:rPr lang="en-US" altLang="en-US" sz="2000"/>
              <a:t>a</a:t>
            </a:r>
            <a:r>
              <a:rPr lang="en-US" altLang="en-US" sz="2000" baseline="-25000"/>
              <a:t>2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000" baseline="300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en-US" sz="2000"/>
              <a:t>b</a:t>
            </a:r>
            <a:r>
              <a:rPr lang="en-US" altLang="en-US" sz="2000" baseline="-25000"/>
              <a:t>3, </a:t>
            </a:r>
            <a:r>
              <a:rPr lang="en-US" altLang="en-US" sz="2000"/>
              <a:t>a</a:t>
            </a:r>
            <a:r>
              <a:rPr lang="en-US" altLang="en-US" sz="2000" baseline="-25000"/>
              <a:t>3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000" baseline="300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en-US" sz="2000"/>
              <a:t>b</a:t>
            </a:r>
            <a:r>
              <a:rPr lang="en-US" altLang="en-US" sz="2000" baseline="-25000"/>
              <a:t>5. </a:t>
            </a:r>
            <a:endParaRPr lang="en-US" altLang="en-US" sz="2000" baseline="-2500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 sz="2000"/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endParaRPr lang="en-US" altLang="en-US" sz="2000"/>
          </a:p>
        </p:txBody>
      </p:sp>
      <p:graphicFrame>
        <p:nvGraphicFramePr>
          <p:cNvPr id="1469444" name="Group 4"/>
          <p:cNvGraphicFramePr>
            <a:graphicFrameLocks noGrp="1"/>
          </p:cNvGraphicFramePr>
          <p:nvPr>
            <p:ph sz="half" idx="4294967295"/>
          </p:nvPr>
        </p:nvGraphicFramePr>
        <p:xfrm>
          <a:off x="304800" y="3611563"/>
          <a:ext cx="8534400" cy="2560635"/>
        </p:xfrm>
        <a:graphic>
          <a:graphicData uri="http://schemas.openxmlformats.org/drawingml/2006/table">
            <a:tbl>
              <a:tblPr/>
              <a:tblGrid>
                <a:gridCol w="3248025"/>
                <a:gridCol w="3248025"/>
                <a:gridCol w="2038350"/>
              </a:tblGrid>
              <a:tr h="36580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 sequence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Subsequence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Contain?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{2,4} {3,5,6} {8} 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{2} {8} 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{1,2} {3,4} &gt; 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{1} {2} 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sym typeface="Marlett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{2,4} {2,4} {2,5} 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{2} {4} 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sym typeface="Marlett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&lt;{2,4} {2,5} {4,5}&gt;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{2} {4} {5} 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sym typeface="Marlett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&lt;{2,4} {2,5} {4,5}&gt;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{2} {5} {5} 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sym typeface="Marlett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&lt;{2,4} {2,5} {4,5}&gt;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{2, 4, 5} 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sym typeface="Marlett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69466" name="Text Box 26"/>
          <p:cNvSpPr txBox="1">
            <a:spLocks noChangeArrowheads="1"/>
          </p:cNvSpPr>
          <p:nvPr/>
        </p:nvSpPr>
        <p:spPr bwMode="auto">
          <a:xfrm>
            <a:off x="7391400" y="43688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No</a:t>
            </a:r>
            <a:endParaRPr lang="en-US" altLang="en-US" sz="1800" b="0"/>
          </a:p>
        </p:txBody>
      </p:sp>
      <p:sp>
        <p:nvSpPr>
          <p:cNvPr id="1469467" name="Text Box 27"/>
          <p:cNvSpPr txBox="1">
            <a:spLocks noChangeArrowheads="1"/>
          </p:cNvSpPr>
          <p:nvPr/>
        </p:nvSpPr>
        <p:spPr bwMode="auto">
          <a:xfrm>
            <a:off x="7391400" y="472916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Yes</a:t>
            </a:r>
            <a:endParaRPr lang="en-US" altLang="en-US" sz="1800" b="0"/>
          </a:p>
        </p:txBody>
      </p:sp>
      <p:sp>
        <p:nvSpPr>
          <p:cNvPr id="1469468" name="Text Box 28"/>
          <p:cNvSpPr txBox="1">
            <a:spLocks noChangeArrowheads="1"/>
          </p:cNvSpPr>
          <p:nvPr/>
        </p:nvSpPr>
        <p:spPr bwMode="auto">
          <a:xfrm>
            <a:off x="7391400" y="3990975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Yes</a:t>
            </a:r>
            <a:endParaRPr lang="en-US" altLang="en-US" sz="1800" b="0"/>
          </a:p>
        </p:txBody>
      </p:sp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7386638" y="5491163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Yes</a:t>
            </a:r>
            <a:endParaRPr lang="en-US" altLang="en-US" sz="1800" b="0"/>
          </a:p>
        </p:txBody>
      </p:sp>
      <p:sp>
        <p:nvSpPr>
          <p:cNvPr id="9" name="Text Box 26"/>
          <p:cNvSpPr txBox="1">
            <a:spLocks noChangeArrowheads="1"/>
          </p:cNvSpPr>
          <p:nvPr/>
        </p:nvSpPr>
        <p:spPr bwMode="auto">
          <a:xfrm>
            <a:off x="7391400" y="512445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No</a:t>
            </a:r>
            <a:endParaRPr lang="en-US" altLang="en-US" sz="1800" b="0"/>
          </a:p>
        </p:txBody>
      </p:sp>
      <p:sp>
        <p:nvSpPr>
          <p:cNvPr id="10" name="Text Box 26"/>
          <p:cNvSpPr txBox="1">
            <a:spLocks noChangeArrowheads="1"/>
          </p:cNvSpPr>
          <p:nvPr/>
        </p:nvSpPr>
        <p:spPr bwMode="auto">
          <a:xfrm>
            <a:off x="7391400" y="58054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No</a:t>
            </a:r>
            <a:endParaRPr lang="en-US" altLang="en-US" sz="18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9466" grpId="0"/>
      <p:bldP spid="1469467" grpId="0"/>
      <p:bldP spid="1469468" grpId="0"/>
      <p:bldP spid="8" grpId="0"/>
      <p:bldP spid="9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Sequential Pattern Mining: Definition</a:t>
            </a:r>
            <a:endParaRPr lang="en-US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The support of a subsequence w is defined as the fraction of data sequences that contain w</a:t>
            </a: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A </a:t>
            </a:r>
            <a:r>
              <a:rPr lang="en-US" altLang="en-US" i="1"/>
              <a:t>sequential pattern</a:t>
            </a:r>
            <a:r>
              <a:rPr lang="en-US" altLang="en-US"/>
              <a:t> is a frequent subsequence (i.e., a subsequence whose support is </a:t>
            </a:r>
            <a:r>
              <a:rPr lang="en-US" altLang="en-US">
                <a:cs typeface="Arial" panose="020B0604020202020204" pitchFamily="34" charset="0"/>
              </a:rPr>
              <a:t>≥ </a:t>
            </a:r>
            <a:r>
              <a:rPr lang="en-US" altLang="en-US" i="1">
                <a:cs typeface="Arial" panose="020B0604020202020204" pitchFamily="34" charset="0"/>
              </a:rPr>
              <a:t>minsup</a:t>
            </a:r>
            <a:r>
              <a:rPr lang="en-US" altLang="en-US">
                <a:cs typeface="Arial" panose="020B0604020202020204" pitchFamily="34" charset="0"/>
              </a:rPr>
              <a:t>)</a:t>
            </a:r>
            <a:endParaRPr lang="en-US" altLang="en-US">
              <a:cs typeface="Arial" panose="020B0604020202020204" pitchFamily="34" charset="0"/>
            </a:endParaRPr>
          </a:p>
          <a:p>
            <a:endParaRPr lang="en-US" altLang="en-US"/>
          </a:p>
          <a:p>
            <a:r>
              <a:rPr lang="en-US" altLang="en-US"/>
              <a:t>Given: </a:t>
            </a:r>
            <a:endParaRPr lang="en-US" altLang="en-US"/>
          </a:p>
          <a:p>
            <a:pPr lvl="1"/>
            <a:r>
              <a:rPr lang="en-US" altLang="en-US"/>
              <a:t>a database of sequences </a:t>
            </a:r>
            <a:endParaRPr lang="en-US" altLang="en-US"/>
          </a:p>
          <a:p>
            <a:pPr lvl="1"/>
            <a:r>
              <a:rPr lang="en-US" altLang="en-US"/>
              <a:t>a user-specified minimum support threshold, </a:t>
            </a:r>
            <a:r>
              <a:rPr lang="en-US" altLang="en-US" i="1"/>
              <a:t>minsup</a:t>
            </a:r>
            <a:endParaRPr lang="en-US" altLang="en-US"/>
          </a:p>
          <a:p>
            <a:r>
              <a:rPr lang="en-US" altLang="en-US"/>
              <a:t>Task:</a:t>
            </a:r>
            <a:endParaRPr lang="en-US" altLang="en-US"/>
          </a:p>
          <a:p>
            <a:pPr lvl="1"/>
            <a:r>
              <a:rPr lang="en-US" altLang="en-US"/>
              <a:t>Find all subsequences with support </a:t>
            </a:r>
            <a:r>
              <a:rPr lang="en-US" altLang="en-US">
                <a:cs typeface="Arial" panose="020B0604020202020204" pitchFamily="34" charset="0"/>
              </a:rPr>
              <a:t>≥ </a:t>
            </a:r>
            <a:r>
              <a:rPr lang="en-US" altLang="en-US" i="1"/>
              <a:t>minsup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Sequential Pattern Mining: Example</a:t>
            </a:r>
            <a:endParaRPr lang="en-US" altLang="en-US"/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4876800" y="1600200"/>
            <a:ext cx="3962400" cy="3733800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 i="1"/>
              <a:t>Minsup</a:t>
            </a:r>
            <a:r>
              <a:rPr lang="en-US" altLang="en-US" sz="1600"/>
              <a:t> </a:t>
            </a:r>
            <a:r>
              <a:rPr lang="en-US" altLang="en-US" sz="1600" b="0"/>
              <a:t>= 50%</a:t>
            </a:r>
            <a:endParaRPr lang="en-US" altLang="en-US" sz="16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Examples of Frequent Subsequences:</a:t>
            </a:r>
            <a:endParaRPr lang="en-US" altLang="en-US" sz="16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/>
              <a:t>&lt; {1,2} &gt;       	s=60%</a:t>
            </a:r>
            <a:endParaRPr lang="en-US" altLang="en-US" sz="16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/>
              <a:t>&lt; {2,3} &gt; 		s=60%</a:t>
            </a:r>
            <a:endParaRPr lang="en-US" altLang="en-US" sz="16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/>
              <a:t>&lt; {2,4}&gt;		s=80%</a:t>
            </a:r>
            <a:endParaRPr lang="en-US" altLang="en-US" sz="16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/>
              <a:t>&lt; {3} {5}&gt;		s=80%</a:t>
            </a:r>
            <a:endParaRPr lang="en-US" altLang="en-US" sz="16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/>
              <a:t>&lt; {1} {2} &gt;		s=80%</a:t>
            </a:r>
            <a:endParaRPr lang="en-US" altLang="en-US" sz="16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/>
              <a:t>&lt; {2} {2} &gt;		s=60%</a:t>
            </a:r>
            <a:endParaRPr lang="en-US" altLang="en-US" sz="16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/>
              <a:t>&lt; {1} {2,3} &gt;	s=60%</a:t>
            </a:r>
            <a:endParaRPr lang="en-US" altLang="en-US" sz="16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/>
              <a:t>&lt; {2} {2,3} &gt;	s=60%</a:t>
            </a:r>
            <a:endParaRPr lang="en-US" altLang="en-US" sz="16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/>
              <a:t>&lt; {1,2} {2,3} &gt;	s=60%</a:t>
            </a:r>
            <a:endParaRPr lang="en-US" altLang="en-US" sz="1600" b="0"/>
          </a:p>
        </p:txBody>
      </p:sp>
      <p:pic>
        <p:nvPicPr>
          <p:cNvPr id="4813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600200"/>
            <a:ext cx="4114800" cy="375602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Sequence Data vs. Market-basket Data</a:t>
            </a:r>
            <a:endParaRPr lang="en-US" altLang="en-US"/>
          </a:p>
        </p:txBody>
      </p:sp>
      <p:grpSp>
        <p:nvGrpSpPr>
          <p:cNvPr id="49155" name="Group 5"/>
          <p:cNvGrpSpPr>
            <a:grpSpLocks noChangeAspect="1"/>
          </p:cNvGrpSpPr>
          <p:nvPr/>
        </p:nvGrpSpPr>
        <p:grpSpPr bwMode="auto">
          <a:xfrm>
            <a:off x="228600" y="1954213"/>
            <a:ext cx="4335463" cy="3303587"/>
            <a:chOff x="192" y="1872"/>
            <a:chExt cx="1968" cy="1361"/>
          </a:xfrm>
        </p:grpSpPr>
        <p:sp>
          <p:nvSpPr>
            <p:cNvPr id="49184" name="AutoShape 6"/>
            <p:cNvSpPr>
              <a:spLocks noChangeAspect="1" noChangeArrowheads="1" noTextEdit="1"/>
            </p:cNvSpPr>
            <p:nvPr/>
          </p:nvSpPr>
          <p:spPr bwMode="auto">
            <a:xfrm>
              <a:off x="192" y="1872"/>
              <a:ext cx="1968" cy="1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5" name="Rectangle 7"/>
            <p:cNvSpPr>
              <a:spLocks noChangeArrowheads="1"/>
            </p:cNvSpPr>
            <p:nvPr/>
          </p:nvSpPr>
          <p:spPr bwMode="auto">
            <a:xfrm>
              <a:off x="198" y="1878"/>
              <a:ext cx="1956" cy="15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9186" name="Rectangle 8"/>
            <p:cNvSpPr>
              <a:spLocks noChangeArrowheads="1"/>
            </p:cNvSpPr>
            <p:nvPr/>
          </p:nvSpPr>
          <p:spPr bwMode="auto">
            <a:xfrm>
              <a:off x="313" y="1879"/>
              <a:ext cx="408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</a:rPr>
                <a:t>Customer</a:t>
              </a:r>
              <a:endParaRPr lang="en-US" altLang="en-US" sz="1400"/>
            </a:p>
          </p:txBody>
        </p:sp>
        <p:sp>
          <p:nvSpPr>
            <p:cNvPr id="49187" name="Rectangle 9"/>
            <p:cNvSpPr>
              <a:spLocks noChangeArrowheads="1"/>
            </p:cNvSpPr>
            <p:nvPr/>
          </p:nvSpPr>
          <p:spPr bwMode="auto">
            <a:xfrm>
              <a:off x="1067" y="1879"/>
              <a:ext cx="190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</a:rPr>
                <a:t>Date</a:t>
              </a:r>
              <a:endParaRPr lang="en-US" altLang="en-US" sz="1400"/>
            </a:p>
          </p:txBody>
        </p:sp>
        <p:sp>
          <p:nvSpPr>
            <p:cNvPr id="49188" name="Rectangle 10"/>
            <p:cNvSpPr>
              <a:spLocks noChangeArrowheads="1"/>
            </p:cNvSpPr>
            <p:nvPr/>
          </p:nvSpPr>
          <p:spPr bwMode="auto">
            <a:xfrm>
              <a:off x="1548" y="1891"/>
              <a:ext cx="547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</a:rPr>
                <a:t>Items bought</a:t>
              </a:r>
              <a:endParaRPr lang="en-US" altLang="en-US" sz="1400"/>
            </a:p>
          </p:txBody>
        </p:sp>
        <p:sp>
          <p:nvSpPr>
            <p:cNvPr id="49189" name="Rectangle 11"/>
            <p:cNvSpPr>
              <a:spLocks noChangeArrowheads="1"/>
            </p:cNvSpPr>
            <p:nvPr/>
          </p:nvSpPr>
          <p:spPr bwMode="auto">
            <a:xfrm>
              <a:off x="461" y="2033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A</a:t>
              </a:r>
              <a:endParaRPr lang="en-US" altLang="en-US" sz="1400"/>
            </a:p>
          </p:txBody>
        </p:sp>
        <p:sp>
          <p:nvSpPr>
            <p:cNvPr id="49190" name="Rectangle 12"/>
            <p:cNvSpPr>
              <a:spLocks noChangeArrowheads="1"/>
            </p:cNvSpPr>
            <p:nvPr/>
          </p:nvSpPr>
          <p:spPr bwMode="auto">
            <a:xfrm>
              <a:off x="1095" y="203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10</a:t>
              </a:r>
              <a:endParaRPr lang="en-US" altLang="en-US" sz="1400"/>
            </a:p>
          </p:txBody>
        </p:sp>
        <p:sp>
          <p:nvSpPr>
            <p:cNvPr id="49191" name="Rectangle 13"/>
            <p:cNvSpPr>
              <a:spLocks noChangeArrowheads="1"/>
            </p:cNvSpPr>
            <p:nvPr/>
          </p:nvSpPr>
          <p:spPr bwMode="auto">
            <a:xfrm>
              <a:off x="1545" y="2033"/>
              <a:ext cx="242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FF0000"/>
                  </a:solidFill>
                </a:rPr>
                <a:t>2</a:t>
              </a:r>
              <a:r>
                <a:rPr lang="en-US" altLang="en-US" sz="1500" b="0">
                  <a:solidFill>
                    <a:srgbClr val="000000"/>
                  </a:solidFill>
                </a:rPr>
                <a:t>, 3, 5</a:t>
              </a:r>
              <a:endParaRPr lang="en-US" altLang="en-US" sz="1400"/>
            </a:p>
          </p:txBody>
        </p:sp>
        <p:sp>
          <p:nvSpPr>
            <p:cNvPr id="49192" name="Rectangle 14"/>
            <p:cNvSpPr>
              <a:spLocks noChangeArrowheads="1"/>
            </p:cNvSpPr>
            <p:nvPr/>
          </p:nvSpPr>
          <p:spPr bwMode="auto">
            <a:xfrm>
              <a:off x="461" y="2183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A</a:t>
              </a:r>
              <a:endParaRPr lang="en-US" altLang="en-US" sz="1400"/>
            </a:p>
          </p:txBody>
        </p:sp>
        <p:sp>
          <p:nvSpPr>
            <p:cNvPr id="49193" name="Rectangle 15"/>
            <p:cNvSpPr>
              <a:spLocks noChangeArrowheads="1"/>
            </p:cNvSpPr>
            <p:nvPr/>
          </p:nvSpPr>
          <p:spPr bwMode="auto">
            <a:xfrm>
              <a:off x="1095" y="218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20</a:t>
              </a:r>
              <a:endParaRPr lang="en-US" altLang="en-US" sz="1400"/>
            </a:p>
          </p:txBody>
        </p:sp>
        <p:sp>
          <p:nvSpPr>
            <p:cNvPr id="49194" name="Rectangle 16"/>
            <p:cNvSpPr>
              <a:spLocks noChangeArrowheads="1"/>
            </p:cNvSpPr>
            <p:nvPr/>
          </p:nvSpPr>
          <p:spPr bwMode="auto">
            <a:xfrm>
              <a:off x="1545" y="2183"/>
              <a:ext cx="146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 </a:t>
              </a:r>
              <a:r>
                <a:rPr lang="en-US" altLang="en-US" sz="1500" b="0">
                  <a:solidFill>
                    <a:srgbClr val="FF0000"/>
                  </a:solidFill>
                </a:rPr>
                <a:t>1</a:t>
              </a:r>
              <a:r>
                <a:rPr lang="en-US" altLang="en-US" sz="1500" b="0">
                  <a:solidFill>
                    <a:srgbClr val="000000"/>
                  </a:solidFill>
                </a:rPr>
                <a:t>,6</a:t>
              </a:r>
              <a:endParaRPr lang="en-US" altLang="en-US" sz="1400"/>
            </a:p>
          </p:txBody>
        </p:sp>
        <p:sp>
          <p:nvSpPr>
            <p:cNvPr id="49195" name="Rectangle 17"/>
            <p:cNvSpPr>
              <a:spLocks noChangeArrowheads="1"/>
            </p:cNvSpPr>
            <p:nvPr/>
          </p:nvSpPr>
          <p:spPr bwMode="auto">
            <a:xfrm>
              <a:off x="461" y="2333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A</a:t>
              </a:r>
              <a:endParaRPr lang="en-US" altLang="en-US" sz="1400"/>
            </a:p>
          </p:txBody>
        </p:sp>
        <p:sp>
          <p:nvSpPr>
            <p:cNvPr id="49196" name="Rectangle 18"/>
            <p:cNvSpPr>
              <a:spLocks noChangeArrowheads="1"/>
            </p:cNvSpPr>
            <p:nvPr/>
          </p:nvSpPr>
          <p:spPr bwMode="auto">
            <a:xfrm>
              <a:off x="1095" y="233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23</a:t>
              </a:r>
              <a:endParaRPr lang="en-US" altLang="en-US" sz="1400"/>
            </a:p>
          </p:txBody>
        </p:sp>
        <p:sp>
          <p:nvSpPr>
            <p:cNvPr id="49197" name="Rectangle 19"/>
            <p:cNvSpPr>
              <a:spLocks noChangeArrowheads="1"/>
            </p:cNvSpPr>
            <p:nvPr/>
          </p:nvSpPr>
          <p:spPr bwMode="auto">
            <a:xfrm>
              <a:off x="1545" y="2333"/>
              <a:ext cx="49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FFC000"/>
                  </a:solidFill>
                </a:rPr>
                <a:t>1</a:t>
              </a:r>
              <a:endParaRPr lang="en-US" altLang="en-US" sz="1400">
                <a:solidFill>
                  <a:srgbClr val="FFC000"/>
                </a:solidFill>
              </a:endParaRPr>
            </a:p>
          </p:txBody>
        </p:sp>
        <p:sp>
          <p:nvSpPr>
            <p:cNvPr id="49198" name="Rectangle 20"/>
            <p:cNvSpPr>
              <a:spLocks noChangeArrowheads="1"/>
            </p:cNvSpPr>
            <p:nvPr/>
          </p:nvSpPr>
          <p:spPr bwMode="auto">
            <a:xfrm>
              <a:off x="461" y="2483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B</a:t>
              </a:r>
              <a:endParaRPr lang="en-US" altLang="en-US" sz="1400"/>
            </a:p>
          </p:txBody>
        </p:sp>
        <p:sp>
          <p:nvSpPr>
            <p:cNvPr id="49199" name="Rectangle 21"/>
            <p:cNvSpPr>
              <a:spLocks noChangeArrowheads="1"/>
            </p:cNvSpPr>
            <p:nvPr/>
          </p:nvSpPr>
          <p:spPr bwMode="auto">
            <a:xfrm>
              <a:off x="1095" y="248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11</a:t>
              </a:r>
              <a:endParaRPr lang="en-US" altLang="en-US" sz="1400"/>
            </a:p>
          </p:txBody>
        </p:sp>
        <p:sp>
          <p:nvSpPr>
            <p:cNvPr id="49200" name="Rectangle 22"/>
            <p:cNvSpPr>
              <a:spLocks noChangeArrowheads="1"/>
            </p:cNvSpPr>
            <p:nvPr/>
          </p:nvSpPr>
          <p:spPr bwMode="auto">
            <a:xfrm>
              <a:off x="1545" y="2483"/>
              <a:ext cx="33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4, 5, 6</a:t>
              </a:r>
              <a:endParaRPr lang="en-US" altLang="en-US" sz="1400"/>
            </a:p>
          </p:txBody>
        </p:sp>
        <p:sp>
          <p:nvSpPr>
            <p:cNvPr id="49201" name="Rectangle 23"/>
            <p:cNvSpPr>
              <a:spLocks noChangeArrowheads="1"/>
            </p:cNvSpPr>
            <p:nvPr/>
          </p:nvSpPr>
          <p:spPr bwMode="auto">
            <a:xfrm>
              <a:off x="461" y="2632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B</a:t>
              </a:r>
              <a:endParaRPr lang="en-US" altLang="en-US" sz="1400"/>
            </a:p>
          </p:txBody>
        </p:sp>
        <p:sp>
          <p:nvSpPr>
            <p:cNvPr id="49202" name="Rectangle 24"/>
            <p:cNvSpPr>
              <a:spLocks noChangeArrowheads="1"/>
            </p:cNvSpPr>
            <p:nvPr/>
          </p:nvSpPr>
          <p:spPr bwMode="auto">
            <a:xfrm>
              <a:off x="1095" y="263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17</a:t>
              </a:r>
              <a:endParaRPr lang="en-US" altLang="en-US" sz="1400"/>
            </a:p>
          </p:txBody>
        </p:sp>
        <p:sp>
          <p:nvSpPr>
            <p:cNvPr id="49203" name="Rectangle 25"/>
            <p:cNvSpPr>
              <a:spLocks noChangeArrowheads="1"/>
            </p:cNvSpPr>
            <p:nvPr/>
          </p:nvSpPr>
          <p:spPr bwMode="auto">
            <a:xfrm>
              <a:off x="1545" y="2632"/>
              <a:ext cx="49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FF0000"/>
                  </a:solidFill>
                </a:rPr>
                <a:t>2</a:t>
              </a:r>
              <a:endParaRPr lang="en-US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49204" name="Rectangle 26"/>
            <p:cNvSpPr>
              <a:spLocks noChangeArrowheads="1"/>
            </p:cNvSpPr>
            <p:nvPr/>
          </p:nvSpPr>
          <p:spPr bwMode="auto">
            <a:xfrm>
              <a:off x="461" y="2782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B</a:t>
              </a:r>
              <a:endParaRPr lang="en-US" altLang="en-US" sz="1400"/>
            </a:p>
          </p:txBody>
        </p:sp>
        <p:sp>
          <p:nvSpPr>
            <p:cNvPr id="49205" name="Rectangle 27"/>
            <p:cNvSpPr>
              <a:spLocks noChangeArrowheads="1"/>
            </p:cNvSpPr>
            <p:nvPr/>
          </p:nvSpPr>
          <p:spPr bwMode="auto">
            <a:xfrm>
              <a:off x="1095" y="278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21</a:t>
              </a:r>
              <a:endParaRPr lang="en-US" altLang="en-US" sz="1400"/>
            </a:p>
          </p:txBody>
        </p:sp>
        <p:sp>
          <p:nvSpPr>
            <p:cNvPr id="49206" name="Rectangle 28"/>
            <p:cNvSpPr>
              <a:spLocks noChangeArrowheads="1"/>
            </p:cNvSpPr>
            <p:nvPr/>
          </p:nvSpPr>
          <p:spPr bwMode="auto">
            <a:xfrm>
              <a:off x="1545" y="2782"/>
              <a:ext cx="267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FF0000"/>
                  </a:solidFill>
                </a:rPr>
                <a:t>1</a:t>
              </a:r>
              <a:r>
                <a:rPr lang="en-US" altLang="en-US" sz="1500" b="0">
                  <a:solidFill>
                    <a:srgbClr val="000000"/>
                  </a:solidFill>
                </a:rPr>
                <a:t>,</a:t>
              </a:r>
              <a:r>
                <a:rPr lang="en-US" altLang="en-US" sz="1500" b="0">
                  <a:solidFill>
                    <a:srgbClr val="FFC000"/>
                  </a:solidFill>
                </a:rPr>
                <a:t>2</a:t>
              </a:r>
              <a:r>
                <a:rPr lang="en-US" altLang="en-US" sz="1500" b="0">
                  <a:solidFill>
                    <a:srgbClr val="000000"/>
                  </a:solidFill>
                </a:rPr>
                <a:t>,7,8</a:t>
              </a:r>
              <a:endParaRPr lang="en-US" altLang="en-US" sz="1400"/>
            </a:p>
          </p:txBody>
        </p:sp>
        <p:sp>
          <p:nvSpPr>
            <p:cNvPr id="49207" name="Rectangle 29"/>
            <p:cNvSpPr>
              <a:spLocks noChangeArrowheads="1"/>
            </p:cNvSpPr>
            <p:nvPr/>
          </p:nvSpPr>
          <p:spPr bwMode="auto">
            <a:xfrm>
              <a:off x="461" y="2932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B</a:t>
              </a:r>
              <a:endParaRPr lang="en-US" altLang="en-US" sz="1400"/>
            </a:p>
          </p:txBody>
        </p:sp>
        <p:sp>
          <p:nvSpPr>
            <p:cNvPr id="49208" name="Rectangle 30"/>
            <p:cNvSpPr>
              <a:spLocks noChangeArrowheads="1"/>
            </p:cNvSpPr>
            <p:nvPr/>
          </p:nvSpPr>
          <p:spPr bwMode="auto">
            <a:xfrm>
              <a:off x="1095" y="293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28</a:t>
              </a:r>
              <a:endParaRPr lang="en-US" altLang="en-US" sz="1400"/>
            </a:p>
          </p:txBody>
        </p:sp>
        <p:sp>
          <p:nvSpPr>
            <p:cNvPr id="49209" name="Rectangle 31"/>
            <p:cNvSpPr>
              <a:spLocks noChangeArrowheads="1"/>
            </p:cNvSpPr>
            <p:nvPr/>
          </p:nvSpPr>
          <p:spPr bwMode="auto">
            <a:xfrm>
              <a:off x="1545" y="2932"/>
              <a:ext cx="146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FFC000"/>
                  </a:solidFill>
                </a:rPr>
                <a:t>1</a:t>
              </a:r>
              <a:r>
                <a:rPr lang="en-US" altLang="en-US" sz="1500" b="0">
                  <a:solidFill>
                    <a:srgbClr val="000000"/>
                  </a:solidFill>
                </a:rPr>
                <a:t>, 6</a:t>
              </a:r>
              <a:endParaRPr lang="en-US" altLang="en-US" sz="1400"/>
            </a:p>
          </p:txBody>
        </p:sp>
        <p:sp>
          <p:nvSpPr>
            <p:cNvPr id="49210" name="Rectangle 32"/>
            <p:cNvSpPr>
              <a:spLocks noChangeArrowheads="1"/>
            </p:cNvSpPr>
            <p:nvPr/>
          </p:nvSpPr>
          <p:spPr bwMode="auto">
            <a:xfrm>
              <a:off x="457" y="3082"/>
              <a:ext cx="8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C</a:t>
              </a:r>
              <a:endParaRPr lang="en-US" altLang="en-US" sz="1400"/>
            </a:p>
          </p:txBody>
        </p:sp>
        <p:sp>
          <p:nvSpPr>
            <p:cNvPr id="49211" name="Rectangle 33"/>
            <p:cNvSpPr>
              <a:spLocks noChangeArrowheads="1"/>
            </p:cNvSpPr>
            <p:nvPr/>
          </p:nvSpPr>
          <p:spPr bwMode="auto">
            <a:xfrm>
              <a:off x="1095" y="308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</a:rPr>
                <a:t>14</a:t>
              </a:r>
              <a:endParaRPr lang="en-US" altLang="en-US" sz="1400"/>
            </a:p>
          </p:txBody>
        </p:sp>
        <p:sp>
          <p:nvSpPr>
            <p:cNvPr id="49212" name="Rectangle 34"/>
            <p:cNvSpPr>
              <a:spLocks noChangeArrowheads="1"/>
            </p:cNvSpPr>
            <p:nvPr/>
          </p:nvSpPr>
          <p:spPr bwMode="auto">
            <a:xfrm>
              <a:off x="1545" y="3082"/>
              <a:ext cx="194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 b="0"/>
                <a:t>1</a:t>
              </a:r>
              <a:r>
                <a:rPr lang="en-US" altLang="en-US" sz="1500" b="0">
                  <a:solidFill>
                    <a:srgbClr val="000000"/>
                  </a:solidFill>
                </a:rPr>
                <a:t>,7,8</a:t>
              </a:r>
              <a:endParaRPr lang="en-US" altLang="en-US" sz="1400"/>
            </a:p>
          </p:txBody>
        </p:sp>
        <p:sp>
          <p:nvSpPr>
            <p:cNvPr id="49213" name="Line 35"/>
            <p:cNvSpPr>
              <a:spLocks noChangeShapeType="1"/>
            </p:cNvSpPr>
            <p:nvPr/>
          </p:nvSpPr>
          <p:spPr bwMode="auto">
            <a:xfrm>
              <a:off x="192" y="1872"/>
              <a:ext cx="1" cy="136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14" name="Rectangle 36"/>
            <p:cNvSpPr>
              <a:spLocks noChangeArrowheads="1"/>
            </p:cNvSpPr>
            <p:nvPr/>
          </p:nvSpPr>
          <p:spPr bwMode="auto">
            <a:xfrm>
              <a:off x="192" y="1872"/>
              <a:ext cx="12" cy="136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9215" name="Line 37"/>
            <p:cNvSpPr>
              <a:spLocks noChangeShapeType="1"/>
            </p:cNvSpPr>
            <p:nvPr/>
          </p:nvSpPr>
          <p:spPr bwMode="auto">
            <a:xfrm>
              <a:off x="787" y="1884"/>
              <a:ext cx="1" cy="13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16" name="Rectangle 38"/>
            <p:cNvSpPr>
              <a:spLocks noChangeArrowheads="1"/>
            </p:cNvSpPr>
            <p:nvPr/>
          </p:nvSpPr>
          <p:spPr bwMode="auto">
            <a:xfrm>
              <a:off x="787" y="1884"/>
              <a:ext cx="12" cy="13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9217" name="Line 39"/>
            <p:cNvSpPr>
              <a:spLocks noChangeShapeType="1"/>
            </p:cNvSpPr>
            <p:nvPr/>
          </p:nvSpPr>
          <p:spPr bwMode="auto">
            <a:xfrm>
              <a:off x="1516" y="1884"/>
              <a:ext cx="1" cy="13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18" name="Rectangle 40"/>
            <p:cNvSpPr>
              <a:spLocks noChangeArrowheads="1"/>
            </p:cNvSpPr>
            <p:nvPr/>
          </p:nvSpPr>
          <p:spPr bwMode="auto">
            <a:xfrm>
              <a:off x="1516" y="1884"/>
              <a:ext cx="11" cy="13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9219" name="Line 41"/>
            <p:cNvSpPr>
              <a:spLocks noChangeShapeType="1"/>
            </p:cNvSpPr>
            <p:nvPr/>
          </p:nvSpPr>
          <p:spPr bwMode="auto">
            <a:xfrm>
              <a:off x="2147" y="1884"/>
              <a:ext cx="1" cy="13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20" name="Rectangle 42"/>
            <p:cNvSpPr>
              <a:spLocks noChangeArrowheads="1"/>
            </p:cNvSpPr>
            <p:nvPr/>
          </p:nvSpPr>
          <p:spPr bwMode="auto">
            <a:xfrm>
              <a:off x="2147" y="1884"/>
              <a:ext cx="12" cy="13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9221" name="Line 43"/>
            <p:cNvSpPr>
              <a:spLocks noChangeShapeType="1"/>
            </p:cNvSpPr>
            <p:nvPr/>
          </p:nvSpPr>
          <p:spPr bwMode="auto">
            <a:xfrm>
              <a:off x="204" y="1872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22" name="Rectangle 44"/>
            <p:cNvSpPr>
              <a:spLocks noChangeArrowheads="1"/>
            </p:cNvSpPr>
            <p:nvPr/>
          </p:nvSpPr>
          <p:spPr bwMode="auto">
            <a:xfrm>
              <a:off x="204" y="1872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9223" name="Line 45"/>
            <p:cNvSpPr>
              <a:spLocks noChangeShapeType="1"/>
            </p:cNvSpPr>
            <p:nvPr/>
          </p:nvSpPr>
          <p:spPr bwMode="auto">
            <a:xfrm>
              <a:off x="204" y="2022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24" name="Rectangle 46"/>
            <p:cNvSpPr>
              <a:spLocks noChangeArrowheads="1"/>
            </p:cNvSpPr>
            <p:nvPr/>
          </p:nvSpPr>
          <p:spPr bwMode="auto">
            <a:xfrm>
              <a:off x="204" y="2022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9225" name="Line 47"/>
            <p:cNvSpPr>
              <a:spLocks noChangeShapeType="1"/>
            </p:cNvSpPr>
            <p:nvPr/>
          </p:nvSpPr>
          <p:spPr bwMode="auto">
            <a:xfrm>
              <a:off x="204" y="2172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26" name="Rectangle 48"/>
            <p:cNvSpPr>
              <a:spLocks noChangeArrowheads="1"/>
            </p:cNvSpPr>
            <p:nvPr/>
          </p:nvSpPr>
          <p:spPr bwMode="auto">
            <a:xfrm>
              <a:off x="204" y="2172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9227" name="Line 49"/>
            <p:cNvSpPr>
              <a:spLocks noChangeShapeType="1"/>
            </p:cNvSpPr>
            <p:nvPr/>
          </p:nvSpPr>
          <p:spPr bwMode="auto">
            <a:xfrm>
              <a:off x="204" y="232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28" name="Rectangle 50"/>
            <p:cNvSpPr>
              <a:spLocks noChangeArrowheads="1"/>
            </p:cNvSpPr>
            <p:nvPr/>
          </p:nvSpPr>
          <p:spPr bwMode="auto">
            <a:xfrm>
              <a:off x="204" y="2321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9229" name="Line 51"/>
            <p:cNvSpPr>
              <a:spLocks noChangeShapeType="1"/>
            </p:cNvSpPr>
            <p:nvPr/>
          </p:nvSpPr>
          <p:spPr bwMode="auto">
            <a:xfrm>
              <a:off x="204" y="247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30" name="Rectangle 52"/>
            <p:cNvSpPr>
              <a:spLocks noChangeArrowheads="1"/>
            </p:cNvSpPr>
            <p:nvPr/>
          </p:nvSpPr>
          <p:spPr bwMode="auto">
            <a:xfrm>
              <a:off x="204" y="2471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9231" name="Line 53"/>
            <p:cNvSpPr>
              <a:spLocks noChangeShapeType="1"/>
            </p:cNvSpPr>
            <p:nvPr/>
          </p:nvSpPr>
          <p:spPr bwMode="auto">
            <a:xfrm>
              <a:off x="204" y="262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32" name="Rectangle 54"/>
            <p:cNvSpPr>
              <a:spLocks noChangeArrowheads="1"/>
            </p:cNvSpPr>
            <p:nvPr/>
          </p:nvSpPr>
          <p:spPr bwMode="auto">
            <a:xfrm>
              <a:off x="204" y="2621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9233" name="Line 55"/>
            <p:cNvSpPr>
              <a:spLocks noChangeShapeType="1"/>
            </p:cNvSpPr>
            <p:nvPr/>
          </p:nvSpPr>
          <p:spPr bwMode="auto">
            <a:xfrm>
              <a:off x="204" y="277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34" name="Rectangle 56"/>
            <p:cNvSpPr>
              <a:spLocks noChangeArrowheads="1"/>
            </p:cNvSpPr>
            <p:nvPr/>
          </p:nvSpPr>
          <p:spPr bwMode="auto">
            <a:xfrm>
              <a:off x="204" y="2771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9235" name="Line 57"/>
            <p:cNvSpPr>
              <a:spLocks noChangeShapeType="1"/>
            </p:cNvSpPr>
            <p:nvPr/>
          </p:nvSpPr>
          <p:spPr bwMode="auto">
            <a:xfrm>
              <a:off x="204" y="2920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36" name="Rectangle 58"/>
            <p:cNvSpPr>
              <a:spLocks noChangeArrowheads="1"/>
            </p:cNvSpPr>
            <p:nvPr/>
          </p:nvSpPr>
          <p:spPr bwMode="auto">
            <a:xfrm>
              <a:off x="204" y="2920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9237" name="Line 59"/>
            <p:cNvSpPr>
              <a:spLocks noChangeShapeType="1"/>
            </p:cNvSpPr>
            <p:nvPr/>
          </p:nvSpPr>
          <p:spPr bwMode="auto">
            <a:xfrm>
              <a:off x="204" y="3070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38" name="Rectangle 60"/>
            <p:cNvSpPr>
              <a:spLocks noChangeArrowheads="1"/>
            </p:cNvSpPr>
            <p:nvPr/>
          </p:nvSpPr>
          <p:spPr bwMode="auto">
            <a:xfrm>
              <a:off x="204" y="3070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9239" name="Line 61"/>
            <p:cNvSpPr>
              <a:spLocks noChangeShapeType="1"/>
            </p:cNvSpPr>
            <p:nvPr/>
          </p:nvSpPr>
          <p:spPr bwMode="auto">
            <a:xfrm>
              <a:off x="204" y="3220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240" name="Rectangle 62"/>
            <p:cNvSpPr>
              <a:spLocks noChangeArrowheads="1"/>
            </p:cNvSpPr>
            <p:nvPr/>
          </p:nvSpPr>
          <p:spPr bwMode="auto">
            <a:xfrm>
              <a:off x="204" y="3220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49156" name="Text Box 63"/>
          <p:cNvSpPr txBox="1">
            <a:spLocks noChangeArrowheads="1"/>
          </p:cNvSpPr>
          <p:nvPr/>
        </p:nvSpPr>
        <p:spPr bwMode="auto">
          <a:xfrm>
            <a:off x="228600" y="13716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Sequence Database:</a:t>
            </a:r>
            <a:endParaRPr lang="en-US" altLang="en-US" sz="180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248400" y="1965325"/>
          <a:ext cx="1066800" cy="3292479"/>
        </p:xfrm>
        <a:graphic>
          <a:graphicData uri="http://schemas.openxmlformats.org/drawingml/2006/table">
            <a:tbl>
              <a:tblPr/>
              <a:tblGrid>
                <a:gridCol w="1066800"/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Events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EFFF7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2, 3, 5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B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7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B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4,5,6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7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B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1,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,7,8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7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BFF"/>
                    </a:solidFill>
                  </a:tcPr>
                </a:tc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7,8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7FF"/>
                    </a:solidFill>
                  </a:tcPr>
                </a:tc>
              </a:tr>
            </a:tbl>
          </a:graphicData>
        </a:graphic>
      </p:graphicFrame>
      <p:sp>
        <p:nvSpPr>
          <p:cNvPr id="49179" name="Text Box 63"/>
          <p:cNvSpPr txBox="1">
            <a:spLocks noChangeArrowheads="1"/>
          </p:cNvSpPr>
          <p:nvPr/>
        </p:nvSpPr>
        <p:spPr bwMode="auto">
          <a:xfrm>
            <a:off x="5410200" y="1404938"/>
            <a:ext cx="251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Market- basket Data</a:t>
            </a:r>
            <a:endParaRPr lang="en-US" altLang="en-US" sz="1800"/>
          </a:p>
        </p:txBody>
      </p:sp>
      <p:sp>
        <p:nvSpPr>
          <p:cNvPr id="49180" name="TextBox 2"/>
          <p:cNvSpPr txBox="1">
            <a:spLocks noChangeArrowheads="1"/>
          </p:cNvSpPr>
          <p:nvPr/>
        </p:nvSpPr>
        <p:spPr bwMode="auto">
          <a:xfrm>
            <a:off x="6248400" y="5367338"/>
            <a:ext cx="205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(1,8) -&gt; (7)</a:t>
            </a:r>
            <a:endParaRPr lang="en-US" altLang="en-US" sz="1400"/>
          </a:p>
        </p:txBody>
      </p:sp>
      <p:sp>
        <p:nvSpPr>
          <p:cNvPr id="35869" name="TextBox 6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11669" y="5792787"/>
            <a:ext cx="2571224" cy="543097"/>
          </a:xfrm>
          <a:prstGeom prst="rect">
            <a:avLst/>
          </a:prstGeom>
          <a:blipFill rotWithShape="1">
            <a:blip r:embed="rId2"/>
            <a:stretch>
              <a:fillRect b="-4494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panose="020B0604020202020204" pitchFamily="34" charset="0"/>
              </a:rPr>
              <a:t> </a:t>
            </a:r>
            <a:endParaRPr lang="en-US">
              <a:noFill/>
              <a:latin typeface="Arial" panose="020B0604020202020204" pitchFamily="34" charset="0"/>
            </a:endParaRPr>
          </a:p>
        </p:txBody>
      </p:sp>
      <p:sp>
        <p:nvSpPr>
          <p:cNvPr id="66" name="TextBox 6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334000" y="5715000"/>
            <a:ext cx="2971800" cy="541751"/>
          </a:xfrm>
          <a:prstGeom prst="rect">
            <a:avLst/>
          </a:prstGeom>
          <a:blipFill rotWithShape="1">
            <a:blip r:embed="rId3"/>
            <a:stretch>
              <a:fillRect b="-454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Arial" panose="020B0604020202020204" pitchFamily="34" charset="0"/>
              </a:rPr>
              <a:t> </a:t>
            </a:r>
            <a:endParaRPr lang="en-US">
              <a:noFill/>
              <a:latin typeface="Arial" panose="020B0604020202020204" pitchFamily="34" charset="0"/>
            </a:endParaRPr>
          </a:p>
        </p:txBody>
      </p:sp>
      <p:sp>
        <p:nvSpPr>
          <p:cNvPr id="49183" name="TextBox 64"/>
          <p:cNvSpPr txBox="1">
            <a:spLocks noChangeArrowheads="1"/>
          </p:cNvSpPr>
          <p:nvPr/>
        </p:nvSpPr>
        <p:spPr bwMode="auto">
          <a:xfrm>
            <a:off x="990600" y="5410200"/>
            <a:ext cx="2057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{2} -&gt; {1}</a:t>
            </a: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Extracting Sequential Patterns</a:t>
            </a:r>
            <a:endParaRPr lang="en-US" alt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en-US"/>
              <a:t>Given n events:   i</a:t>
            </a:r>
            <a:r>
              <a:rPr lang="en-US" altLang="en-US" baseline="-25000"/>
              <a:t>1</a:t>
            </a:r>
            <a:r>
              <a:rPr lang="en-US" altLang="en-US"/>
              <a:t>, i</a:t>
            </a:r>
            <a:r>
              <a:rPr lang="en-US" altLang="en-US" baseline="-25000"/>
              <a:t>2</a:t>
            </a:r>
            <a:r>
              <a:rPr lang="en-US" altLang="en-US"/>
              <a:t>, i</a:t>
            </a:r>
            <a:r>
              <a:rPr lang="en-US" altLang="en-US" baseline="-25000"/>
              <a:t>3</a:t>
            </a:r>
            <a:r>
              <a:rPr lang="en-US" altLang="en-US"/>
              <a:t>, …, i</a:t>
            </a:r>
            <a:r>
              <a:rPr lang="en-US" altLang="en-US" baseline="-25000"/>
              <a:t>n</a:t>
            </a:r>
            <a:endParaRPr lang="en-US" altLang="en-US"/>
          </a:p>
          <a:p>
            <a:pPr lvl="4"/>
            <a:endParaRPr lang="en-US" altLang="en-US" sz="800"/>
          </a:p>
          <a:p>
            <a:pPr marL="342900" indent="-342900"/>
            <a:r>
              <a:rPr lang="en-US" altLang="en-US"/>
              <a:t>Candidate 1-subsequences: </a:t>
            </a:r>
            <a:endParaRPr lang="en-US" altLang="en-US"/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/>
              <a:t>&lt;{i</a:t>
            </a:r>
            <a:r>
              <a:rPr lang="en-US" altLang="en-US" baseline="-25000"/>
              <a:t>1</a:t>
            </a:r>
            <a:r>
              <a:rPr lang="en-US" altLang="en-US"/>
              <a:t>}&gt;, &lt;{i</a:t>
            </a:r>
            <a:r>
              <a:rPr lang="en-US" altLang="en-US" baseline="-25000"/>
              <a:t>2</a:t>
            </a:r>
            <a:r>
              <a:rPr lang="en-US" altLang="en-US"/>
              <a:t>}&gt;, &lt;{i</a:t>
            </a:r>
            <a:r>
              <a:rPr lang="en-US" altLang="en-US" baseline="-25000"/>
              <a:t>3</a:t>
            </a:r>
            <a:r>
              <a:rPr lang="en-US" altLang="en-US"/>
              <a:t>}&gt;, …, &lt;{i</a:t>
            </a:r>
            <a:r>
              <a:rPr lang="en-US" altLang="en-US" baseline="-25000"/>
              <a:t>n</a:t>
            </a:r>
            <a:r>
              <a:rPr lang="en-US" altLang="en-US"/>
              <a:t>}&gt;</a:t>
            </a:r>
            <a:endParaRPr lang="en-US" altLang="en-US"/>
          </a:p>
          <a:p>
            <a:pPr lvl="4"/>
            <a:endParaRPr lang="en-US" altLang="en-US" sz="800"/>
          </a:p>
          <a:p>
            <a:pPr marL="342900" indent="-342900"/>
            <a:r>
              <a:rPr lang="en-US" altLang="en-US"/>
              <a:t>Candidate 2-subsequences:</a:t>
            </a:r>
            <a:endParaRPr lang="en-US" altLang="en-US"/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/>
              <a:t>&lt;{i</a:t>
            </a:r>
            <a:r>
              <a:rPr lang="en-US" altLang="en-US" baseline="-25000"/>
              <a:t>1</a:t>
            </a:r>
            <a:r>
              <a:rPr lang="en-US" altLang="en-US"/>
              <a:t>, i</a:t>
            </a:r>
            <a:r>
              <a:rPr lang="en-US" altLang="en-US" baseline="-25000"/>
              <a:t>2</a:t>
            </a:r>
            <a:r>
              <a:rPr lang="en-US" altLang="en-US"/>
              <a:t>}&gt;, &lt;{i</a:t>
            </a:r>
            <a:r>
              <a:rPr lang="en-US" altLang="en-US" baseline="-25000"/>
              <a:t>1</a:t>
            </a:r>
            <a:r>
              <a:rPr lang="en-US" altLang="en-US"/>
              <a:t>, i</a:t>
            </a:r>
            <a:r>
              <a:rPr lang="en-US" altLang="en-US" baseline="-25000"/>
              <a:t>3</a:t>
            </a:r>
            <a:r>
              <a:rPr lang="en-US" altLang="en-US"/>
              <a:t>}&gt;, …, </a:t>
            </a:r>
            <a:endParaRPr lang="en-US" altLang="en-US"/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/>
              <a:t>&lt;{i</a:t>
            </a:r>
            <a:r>
              <a:rPr lang="en-US" altLang="en-US" baseline="-25000"/>
              <a:t>1</a:t>
            </a:r>
            <a:r>
              <a:rPr lang="en-US" altLang="en-US"/>
              <a:t>} {i</a:t>
            </a:r>
            <a:r>
              <a:rPr lang="en-US" altLang="en-US" baseline="-25000"/>
              <a:t>1</a:t>
            </a:r>
            <a:r>
              <a:rPr lang="en-US" altLang="en-US"/>
              <a:t>}&gt;, &lt;{i</a:t>
            </a:r>
            <a:r>
              <a:rPr lang="en-US" altLang="en-US" baseline="-25000"/>
              <a:t>1</a:t>
            </a:r>
            <a:r>
              <a:rPr lang="en-US" altLang="en-US"/>
              <a:t>} {i</a:t>
            </a:r>
            <a:r>
              <a:rPr lang="en-US" altLang="en-US" baseline="-25000"/>
              <a:t>2</a:t>
            </a:r>
            <a:r>
              <a:rPr lang="en-US" altLang="en-US"/>
              <a:t>}&gt;, …, &lt;{i</a:t>
            </a:r>
            <a:r>
              <a:rPr lang="en-US" altLang="en-US" baseline="-25000"/>
              <a:t>n</a:t>
            </a:r>
            <a:r>
              <a:rPr lang="en-US" altLang="en-US"/>
              <a:t>} {i</a:t>
            </a:r>
            <a:r>
              <a:rPr lang="en-US" altLang="en-US" baseline="-25000"/>
              <a:t>n</a:t>
            </a:r>
            <a:r>
              <a:rPr lang="en-US" altLang="en-US"/>
              <a:t>}&gt;</a:t>
            </a:r>
            <a:endParaRPr lang="en-US" altLang="en-US"/>
          </a:p>
          <a:p>
            <a:pPr lvl="4"/>
            <a:endParaRPr lang="en-US" altLang="en-US" sz="800"/>
          </a:p>
          <a:p>
            <a:pPr marL="342900" indent="-342900"/>
            <a:r>
              <a:rPr lang="en-US" altLang="en-US"/>
              <a:t>Candidate 3-subsequences:</a:t>
            </a:r>
            <a:endParaRPr lang="en-US" altLang="en-US"/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 sz="1800"/>
              <a:t>&lt;{i</a:t>
            </a:r>
            <a:r>
              <a:rPr lang="en-US" altLang="en-US" sz="1800" baseline="-25000"/>
              <a:t>1</a:t>
            </a:r>
            <a:r>
              <a:rPr lang="en-US" altLang="en-US" sz="1800"/>
              <a:t>, i</a:t>
            </a:r>
            <a:r>
              <a:rPr lang="en-US" altLang="en-US" sz="1800" baseline="-25000"/>
              <a:t>2 </a:t>
            </a:r>
            <a:r>
              <a:rPr lang="en-US" altLang="en-US" sz="1800"/>
              <a:t>, i</a:t>
            </a:r>
            <a:r>
              <a:rPr lang="en-US" altLang="en-US" sz="1800" baseline="-25000"/>
              <a:t>3</a:t>
            </a:r>
            <a:r>
              <a:rPr lang="en-US" altLang="en-US" sz="1800"/>
              <a:t>}&gt;, &lt;{i</a:t>
            </a:r>
            <a:r>
              <a:rPr lang="en-US" altLang="en-US" sz="1800" baseline="-25000"/>
              <a:t>1</a:t>
            </a:r>
            <a:r>
              <a:rPr lang="en-US" altLang="en-US" sz="1800"/>
              <a:t>, i</a:t>
            </a:r>
            <a:r>
              <a:rPr lang="en-US" altLang="en-US" sz="1800" baseline="-25000"/>
              <a:t>2 </a:t>
            </a:r>
            <a:r>
              <a:rPr lang="en-US" altLang="en-US" sz="1800"/>
              <a:t>, i</a:t>
            </a:r>
            <a:r>
              <a:rPr lang="en-US" altLang="en-US" sz="1800" baseline="-25000"/>
              <a:t>4</a:t>
            </a:r>
            <a:r>
              <a:rPr lang="en-US" altLang="en-US" sz="1800"/>
              <a:t>}&gt;, …, </a:t>
            </a:r>
            <a:endParaRPr lang="en-US" altLang="en-US" sz="1800"/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 sz="1800"/>
              <a:t>&lt;{i</a:t>
            </a:r>
            <a:r>
              <a:rPr lang="en-US" altLang="en-US" sz="1800" baseline="-25000"/>
              <a:t>1</a:t>
            </a:r>
            <a:r>
              <a:rPr lang="en-US" altLang="en-US" sz="1800"/>
              <a:t>, i</a:t>
            </a:r>
            <a:r>
              <a:rPr lang="en-US" altLang="en-US" sz="1800" baseline="-25000"/>
              <a:t>2</a:t>
            </a:r>
            <a:r>
              <a:rPr lang="en-US" altLang="en-US" sz="1800"/>
              <a:t>} {i</a:t>
            </a:r>
            <a:r>
              <a:rPr lang="en-US" altLang="en-US" sz="1800" baseline="-25000"/>
              <a:t>1</a:t>
            </a:r>
            <a:r>
              <a:rPr lang="en-US" altLang="en-US" sz="1800"/>
              <a:t>}&gt;, &lt;{i</a:t>
            </a:r>
            <a:r>
              <a:rPr lang="en-US" altLang="en-US" sz="1800" baseline="-25000"/>
              <a:t>1</a:t>
            </a:r>
            <a:r>
              <a:rPr lang="en-US" altLang="en-US" sz="1800"/>
              <a:t>, i</a:t>
            </a:r>
            <a:r>
              <a:rPr lang="en-US" altLang="en-US" sz="1800" baseline="-25000"/>
              <a:t>2</a:t>
            </a:r>
            <a:r>
              <a:rPr lang="en-US" altLang="en-US" sz="1800"/>
              <a:t>} {i</a:t>
            </a:r>
            <a:r>
              <a:rPr lang="en-US" altLang="en-US" sz="1800" baseline="-25000"/>
              <a:t>2</a:t>
            </a:r>
            <a:r>
              <a:rPr lang="en-US" altLang="en-US" sz="1800"/>
              <a:t>}&gt;, …,</a:t>
            </a:r>
            <a:endParaRPr lang="en-US" altLang="en-US" sz="1800"/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 sz="1800"/>
              <a:t>&lt;{i</a:t>
            </a:r>
            <a:r>
              <a:rPr lang="en-US" altLang="en-US" sz="1800" baseline="-25000"/>
              <a:t>1</a:t>
            </a:r>
            <a:r>
              <a:rPr lang="en-US" altLang="en-US" sz="1800"/>
              <a:t>} {i</a:t>
            </a:r>
            <a:r>
              <a:rPr lang="en-US" altLang="en-US" sz="1800" baseline="-25000"/>
              <a:t>1 </a:t>
            </a:r>
            <a:r>
              <a:rPr lang="en-US" altLang="en-US" sz="1800"/>
              <a:t>, i</a:t>
            </a:r>
            <a:r>
              <a:rPr lang="en-US" altLang="en-US" sz="1800" baseline="-25000"/>
              <a:t>2</a:t>
            </a:r>
            <a:r>
              <a:rPr lang="en-US" altLang="en-US" sz="1800"/>
              <a:t>}&gt;, &lt;{i</a:t>
            </a:r>
            <a:r>
              <a:rPr lang="en-US" altLang="en-US" sz="1800" baseline="-25000"/>
              <a:t>1</a:t>
            </a:r>
            <a:r>
              <a:rPr lang="en-US" altLang="en-US" sz="1800"/>
              <a:t>} {i</a:t>
            </a:r>
            <a:r>
              <a:rPr lang="en-US" altLang="en-US" sz="1800" baseline="-25000"/>
              <a:t>1 </a:t>
            </a:r>
            <a:r>
              <a:rPr lang="en-US" altLang="en-US" sz="1800"/>
              <a:t>, i</a:t>
            </a:r>
            <a:r>
              <a:rPr lang="en-US" altLang="en-US" sz="1800" baseline="-25000"/>
              <a:t>3</a:t>
            </a:r>
            <a:r>
              <a:rPr lang="en-US" altLang="en-US" sz="1800"/>
              <a:t>}&gt;, …, </a:t>
            </a:r>
            <a:endParaRPr lang="en-US" altLang="en-US" sz="1800"/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 sz="1800"/>
              <a:t>&lt;{i</a:t>
            </a:r>
            <a:r>
              <a:rPr lang="en-US" altLang="en-US" sz="1800" baseline="-25000"/>
              <a:t>1</a:t>
            </a:r>
            <a:r>
              <a:rPr lang="en-US" altLang="en-US" sz="1800"/>
              <a:t>} {i</a:t>
            </a:r>
            <a:r>
              <a:rPr lang="en-US" altLang="en-US" sz="1800" baseline="-25000"/>
              <a:t>1</a:t>
            </a:r>
            <a:r>
              <a:rPr lang="en-US" altLang="en-US" sz="1800"/>
              <a:t>} {i</a:t>
            </a:r>
            <a:r>
              <a:rPr lang="en-US" altLang="en-US" sz="1800" baseline="-25000"/>
              <a:t>1</a:t>
            </a:r>
            <a:r>
              <a:rPr lang="en-US" altLang="en-US" sz="1800"/>
              <a:t>}&gt;, &lt;{i</a:t>
            </a:r>
            <a:r>
              <a:rPr lang="en-US" altLang="en-US" sz="1800" baseline="-25000"/>
              <a:t>1</a:t>
            </a:r>
            <a:r>
              <a:rPr lang="en-US" altLang="en-US" sz="1800"/>
              <a:t>} {i</a:t>
            </a:r>
            <a:r>
              <a:rPr lang="en-US" altLang="en-US" sz="1800" baseline="-25000"/>
              <a:t>1</a:t>
            </a:r>
            <a:r>
              <a:rPr lang="en-US" altLang="en-US" sz="1800"/>
              <a:t>} {i</a:t>
            </a:r>
            <a:r>
              <a:rPr lang="en-US" altLang="en-US" sz="1800" baseline="-25000"/>
              <a:t>2</a:t>
            </a:r>
            <a:r>
              <a:rPr lang="en-US" altLang="en-US" sz="1800"/>
              <a:t>}&gt;, …</a:t>
            </a:r>
            <a:endParaRPr lang="en-US" altLang="en-US" sz="1800"/>
          </a:p>
          <a:p>
            <a:pPr marL="1143000" lvl="2" indent="-228600"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991600" cy="457200"/>
          </a:xfrm>
        </p:spPr>
        <p:txBody>
          <a:bodyPr/>
          <a:lstStyle/>
          <a:p>
            <a:r>
              <a:rPr lang="en-US" altLang="en-US" sz="2800"/>
              <a:t>Extracting Sequential Patterns: Simple example</a:t>
            </a:r>
            <a:endParaRPr lang="en-US" altLang="en-US" sz="280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4963" y="1219200"/>
            <a:ext cx="7513637" cy="5181600"/>
          </a:xfrm>
        </p:spPr>
        <p:txBody>
          <a:bodyPr/>
          <a:lstStyle/>
          <a:p>
            <a:pPr marL="342900" indent="-342900"/>
            <a:r>
              <a:rPr lang="en-US" altLang="en-US"/>
              <a:t>Given 2 events:   a, b</a:t>
            </a:r>
            <a:endParaRPr lang="en-US" altLang="en-US"/>
          </a:p>
          <a:p>
            <a:pPr lvl="4"/>
            <a:endParaRPr lang="en-US" altLang="en-US" sz="800"/>
          </a:p>
          <a:p>
            <a:pPr marL="342900" indent="-342900"/>
            <a:r>
              <a:rPr lang="en-US" altLang="en-US"/>
              <a:t>Candidate 1-subsequences: </a:t>
            </a:r>
            <a:endParaRPr lang="en-US" altLang="en-US"/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/>
              <a:t>&lt;{a}&gt;, &lt;{b}&gt;.</a:t>
            </a:r>
            <a:endParaRPr lang="en-US" altLang="en-US"/>
          </a:p>
          <a:p>
            <a:pPr lvl="4"/>
            <a:endParaRPr lang="en-US" altLang="en-US" sz="800"/>
          </a:p>
          <a:p>
            <a:pPr marL="342900" indent="-342900"/>
            <a:r>
              <a:rPr lang="en-US" altLang="en-US"/>
              <a:t>Candidate 2-subsequences:</a:t>
            </a:r>
            <a:endParaRPr lang="en-US" altLang="en-US"/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/>
              <a:t>&lt;{a} {a}&gt;, &lt;{a} {b}&gt;, &lt;{b} {a}&gt;, &lt;{b} {b}&gt;, &lt;{a, b}&gt;.</a:t>
            </a:r>
            <a:endParaRPr lang="en-US" altLang="en-US"/>
          </a:p>
          <a:p>
            <a:pPr lvl="4"/>
            <a:endParaRPr lang="en-US" altLang="en-US" sz="800"/>
          </a:p>
          <a:p>
            <a:pPr marL="342900" indent="-342900"/>
            <a:r>
              <a:rPr lang="en-US" altLang="en-US"/>
              <a:t>Candidate 3-subsequences:</a:t>
            </a:r>
            <a:endParaRPr lang="en-US" altLang="en-US"/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/>
              <a:t>&lt;{a} {a} {a}&gt;, &lt;{a} {a} {b}&gt;, &lt;{a} {b} {a}&gt;, &lt;{a} {b} {b}&gt;, </a:t>
            </a:r>
            <a:endParaRPr lang="en-US" altLang="en-US"/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/>
              <a:t>&lt;{b} {b} {b}&gt;, &lt;{b} {b} {a}&gt;, &lt;{b} {a} {b}&gt;, &lt;{b} {a} {a}&gt;</a:t>
            </a:r>
            <a:endParaRPr lang="en-US" altLang="en-US"/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/>
              <a:t>&lt;{a, b} {a}&gt;, &lt;{a, b} {b}&gt;, &lt;{a} {a, b}&gt;, &lt;{b} {a, b}&gt; </a:t>
            </a:r>
            <a:endParaRPr lang="en-US" altLang="en-US"/>
          </a:p>
        </p:txBody>
      </p:sp>
      <p:grpSp>
        <p:nvGrpSpPr>
          <p:cNvPr id="13" name="Group 12"/>
          <p:cNvGrpSpPr/>
          <p:nvPr/>
        </p:nvGrpSpPr>
        <p:grpSpPr bwMode="auto">
          <a:xfrm>
            <a:off x="6781800" y="1143000"/>
            <a:ext cx="1854200" cy="1371600"/>
            <a:chOff x="7010400" y="1143000"/>
            <a:chExt cx="1295400" cy="1371600"/>
          </a:xfrm>
        </p:grpSpPr>
        <p:sp>
          <p:nvSpPr>
            <p:cNvPr id="51206" name="TextBox 2"/>
            <p:cNvSpPr txBox="1">
              <a:spLocks noChangeArrowheads="1"/>
            </p:cNvSpPr>
            <p:nvPr/>
          </p:nvSpPr>
          <p:spPr bwMode="auto">
            <a:xfrm>
              <a:off x="7467600" y="1143000"/>
              <a:ext cx="4572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</a:rPr>
                <a:t>()</a:t>
              </a:r>
              <a:endParaRPr lang="en-US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51207" name="TextBox 5"/>
            <p:cNvSpPr txBox="1">
              <a:spLocks noChangeArrowheads="1"/>
            </p:cNvSpPr>
            <p:nvPr/>
          </p:nvSpPr>
          <p:spPr bwMode="auto">
            <a:xfrm>
              <a:off x="7010400" y="1673423"/>
              <a:ext cx="4572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</a:rPr>
                <a:t>(a)</a:t>
              </a:r>
              <a:endParaRPr lang="en-US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51208" name="TextBox 6"/>
            <p:cNvSpPr txBox="1">
              <a:spLocks noChangeArrowheads="1"/>
            </p:cNvSpPr>
            <p:nvPr/>
          </p:nvSpPr>
          <p:spPr bwMode="auto">
            <a:xfrm>
              <a:off x="7848600" y="1676400"/>
              <a:ext cx="4572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</a:rPr>
                <a:t>(b)</a:t>
              </a:r>
              <a:endParaRPr lang="en-US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51209" name="TextBox 7"/>
            <p:cNvSpPr txBox="1">
              <a:spLocks noChangeArrowheads="1"/>
            </p:cNvSpPr>
            <p:nvPr/>
          </p:nvSpPr>
          <p:spPr bwMode="auto">
            <a:xfrm>
              <a:off x="7467600" y="2206823"/>
              <a:ext cx="6096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</a:rPr>
                <a:t>(a,b)</a:t>
              </a:r>
              <a:endParaRPr lang="en-US" altLang="en-US" sz="1400">
                <a:solidFill>
                  <a:srgbClr val="FF0000"/>
                </a:solidFill>
              </a:endParaRPr>
            </a:p>
          </p:txBody>
        </p:sp>
        <p:cxnSp>
          <p:nvCxnSpPr>
            <p:cNvPr id="51210" name="Straight Arrow Connector 4"/>
            <p:cNvCxnSpPr>
              <a:cxnSpLocks noChangeShapeType="1"/>
            </p:cNvCxnSpPr>
            <p:nvPr/>
          </p:nvCxnSpPr>
          <p:spPr bwMode="auto">
            <a:xfrm flipH="1">
              <a:off x="7315200" y="1450777"/>
              <a:ext cx="228599" cy="222646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211" name="Straight Arrow Connector 10"/>
            <p:cNvCxnSpPr>
              <a:cxnSpLocks noChangeShapeType="1"/>
              <a:endCxn id="51208" idx="0"/>
            </p:cNvCxnSpPr>
            <p:nvPr/>
          </p:nvCxnSpPr>
          <p:spPr bwMode="auto">
            <a:xfrm>
              <a:off x="7772400" y="1485156"/>
              <a:ext cx="304800" cy="191244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212" name="Straight Arrow Connector 14"/>
            <p:cNvCxnSpPr>
              <a:cxnSpLocks noChangeShapeType="1"/>
            </p:cNvCxnSpPr>
            <p:nvPr/>
          </p:nvCxnSpPr>
          <p:spPr bwMode="auto">
            <a:xfrm flipH="1">
              <a:off x="7772400" y="1984177"/>
              <a:ext cx="228600" cy="222646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213" name="Straight Arrow Connector 15"/>
            <p:cNvCxnSpPr>
              <a:cxnSpLocks noChangeShapeType="1"/>
            </p:cNvCxnSpPr>
            <p:nvPr/>
          </p:nvCxnSpPr>
          <p:spPr bwMode="auto">
            <a:xfrm>
              <a:off x="7315200" y="1981200"/>
              <a:ext cx="304800" cy="191244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010400" y="2743200"/>
            <a:ext cx="1625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Item-set patterns</a:t>
            </a: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Generalized Sequential Pattern (GSP)</a:t>
            </a:r>
            <a:endParaRPr lang="en-US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80000"/>
              </a:lnSpc>
            </a:pPr>
            <a:r>
              <a:rPr lang="en-US" altLang="en-US" sz="2000" b="1"/>
              <a:t>Step 1</a:t>
            </a:r>
            <a:r>
              <a:rPr lang="en-US" altLang="en-US" sz="2000"/>
              <a:t>: </a:t>
            </a:r>
            <a:endParaRPr lang="en-US" altLang="en-US" sz="2000"/>
          </a:p>
          <a:p>
            <a:pPr marL="742950" lvl="1" indent="-285750">
              <a:lnSpc>
                <a:spcPct val="80000"/>
              </a:lnSpc>
            </a:pPr>
            <a:r>
              <a:rPr lang="en-US" altLang="en-US" sz="1800"/>
              <a:t>Make the first pass over the sequence database D to yield all the 1-element frequent sequences</a:t>
            </a:r>
            <a:endParaRPr lang="en-US" altLang="en-US" sz="1800"/>
          </a:p>
          <a:p>
            <a:pPr lvl="4">
              <a:lnSpc>
                <a:spcPct val="80000"/>
              </a:lnSpc>
            </a:pPr>
            <a:endParaRPr lang="en-US" altLang="en-US" sz="800"/>
          </a:p>
          <a:p>
            <a:pPr marL="342900" indent="-342900">
              <a:lnSpc>
                <a:spcPct val="80000"/>
              </a:lnSpc>
            </a:pPr>
            <a:r>
              <a:rPr lang="en-US" altLang="en-US" sz="2000" b="1"/>
              <a:t>Step 2</a:t>
            </a:r>
            <a:r>
              <a:rPr lang="en-US" altLang="en-US" sz="2000"/>
              <a:t>: </a:t>
            </a:r>
            <a:endParaRPr lang="en-US" altLang="en-US" sz="2000"/>
          </a:p>
          <a:p>
            <a:pPr lvl="4">
              <a:lnSpc>
                <a:spcPct val="80000"/>
              </a:lnSpc>
            </a:pPr>
            <a:endParaRPr lang="en-US" altLang="en-US" sz="800"/>
          </a:p>
          <a:p>
            <a:pPr marL="342900" indent="-342900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000"/>
              <a:t>	Repeat until no new frequent sequences are found</a:t>
            </a:r>
            <a:endParaRPr lang="en-US" altLang="en-US" sz="2000"/>
          </a:p>
          <a:p>
            <a:pPr marL="742950" lvl="1" indent="-285750">
              <a:lnSpc>
                <a:spcPct val="80000"/>
              </a:lnSpc>
            </a:pPr>
            <a:r>
              <a:rPr lang="en-US" altLang="en-US" sz="1800" b="1"/>
              <a:t>Candidate Generation</a:t>
            </a:r>
            <a:r>
              <a:rPr lang="en-US" altLang="en-US" sz="1800"/>
              <a:t>: </a:t>
            </a:r>
            <a:endParaRPr lang="en-US" altLang="en-US" sz="1800"/>
          </a:p>
          <a:p>
            <a:pPr marL="1143000" lvl="2" indent="-228600">
              <a:lnSpc>
                <a:spcPct val="80000"/>
              </a:lnSpc>
            </a:pPr>
            <a:r>
              <a:rPr lang="en-US" altLang="en-US" sz="1600"/>
              <a:t>Merge pairs of frequent subsequences found in the (k-1)</a:t>
            </a:r>
            <a:r>
              <a:rPr lang="en-US" altLang="en-US" sz="1600" i="1"/>
              <a:t>th</a:t>
            </a:r>
            <a:r>
              <a:rPr lang="en-US" altLang="en-US" sz="1600"/>
              <a:t> pass to generate candidate sequences that contain k items </a:t>
            </a:r>
            <a:endParaRPr lang="en-US" altLang="en-US" sz="1600"/>
          </a:p>
          <a:p>
            <a:pPr lvl="4">
              <a:lnSpc>
                <a:spcPct val="80000"/>
              </a:lnSpc>
            </a:pPr>
            <a:endParaRPr lang="en-US" altLang="en-US" sz="700"/>
          </a:p>
          <a:p>
            <a:pPr marL="742950" lvl="1" indent="-285750">
              <a:lnSpc>
                <a:spcPct val="80000"/>
              </a:lnSpc>
            </a:pPr>
            <a:r>
              <a:rPr lang="en-US" altLang="en-US" sz="1800" b="1"/>
              <a:t>Candidate Pruning</a:t>
            </a:r>
            <a:r>
              <a:rPr lang="en-US" altLang="en-US" sz="1800"/>
              <a:t>:</a:t>
            </a:r>
            <a:endParaRPr lang="en-US" altLang="en-US" sz="1800"/>
          </a:p>
          <a:p>
            <a:pPr marL="1143000" lvl="2" indent="-228600">
              <a:lnSpc>
                <a:spcPct val="80000"/>
              </a:lnSpc>
            </a:pPr>
            <a:r>
              <a:rPr lang="en-US" altLang="en-US" sz="1600"/>
              <a:t>Prune candidate </a:t>
            </a:r>
            <a:r>
              <a:rPr lang="en-US" altLang="en-US" sz="1600" i="1"/>
              <a:t>k</a:t>
            </a:r>
            <a:r>
              <a:rPr lang="en-US" altLang="en-US" sz="1600"/>
              <a:t>-sequences that contain infrequent (</a:t>
            </a:r>
            <a:r>
              <a:rPr lang="en-US" altLang="en-US" sz="1600" i="1"/>
              <a:t>k-1)</a:t>
            </a:r>
            <a:r>
              <a:rPr lang="en-US" altLang="en-US" sz="1600"/>
              <a:t>-subsequences</a:t>
            </a:r>
            <a:endParaRPr lang="en-US" altLang="en-US" sz="1600"/>
          </a:p>
          <a:p>
            <a:pPr lvl="4">
              <a:lnSpc>
                <a:spcPct val="80000"/>
              </a:lnSpc>
            </a:pPr>
            <a:endParaRPr lang="en-US" altLang="en-US" sz="700"/>
          </a:p>
          <a:p>
            <a:pPr marL="742950" lvl="1" indent="-285750">
              <a:lnSpc>
                <a:spcPct val="80000"/>
              </a:lnSpc>
            </a:pPr>
            <a:r>
              <a:rPr lang="en-US" altLang="en-US" sz="1800" b="1"/>
              <a:t>Support Counting</a:t>
            </a:r>
            <a:r>
              <a:rPr lang="en-US" altLang="en-US" sz="1800"/>
              <a:t>:</a:t>
            </a:r>
            <a:endParaRPr lang="en-US" altLang="en-US" sz="1800"/>
          </a:p>
          <a:p>
            <a:pPr marL="1143000" lvl="2" indent="-228600">
              <a:lnSpc>
                <a:spcPct val="80000"/>
              </a:lnSpc>
            </a:pPr>
            <a:r>
              <a:rPr lang="en-US" altLang="en-US" sz="1600"/>
              <a:t>Make a new pass over the sequence database D to find the support for these candidate sequences</a:t>
            </a:r>
            <a:endParaRPr lang="en-US" altLang="en-US" sz="1600"/>
          </a:p>
          <a:p>
            <a:pPr lvl="4">
              <a:lnSpc>
                <a:spcPct val="80000"/>
              </a:lnSpc>
            </a:pPr>
            <a:endParaRPr lang="en-US" altLang="en-US" sz="700"/>
          </a:p>
          <a:p>
            <a:pPr marL="742950" lvl="1" indent="-285750">
              <a:lnSpc>
                <a:spcPct val="80000"/>
              </a:lnSpc>
            </a:pPr>
            <a:r>
              <a:rPr lang="en-US" altLang="en-US" sz="1800" b="1"/>
              <a:t>Candidate Elimination</a:t>
            </a:r>
            <a:r>
              <a:rPr lang="en-US" altLang="en-US" sz="1800"/>
              <a:t>:</a:t>
            </a:r>
            <a:endParaRPr lang="en-US" altLang="en-US" sz="1800"/>
          </a:p>
          <a:p>
            <a:pPr marL="1143000" lvl="2" indent="-228600">
              <a:lnSpc>
                <a:spcPct val="80000"/>
              </a:lnSpc>
            </a:pPr>
            <a:r>
              <a:rPr lang="en-US" altLang="en-US" sz="1600"/>
              <a:t>Eliminate candidate </a:t>
            </a:r>
            <a:r>
              <a:rPr lang="en-US" altLang="en-US" sz="1600" i="1"/>
              <a:t>k</a:t>
            </a:r>
            <a:r>
              <a:rPr lang="en-US" altLang="en-US" sz="1600"/>
              <a:t>-sequences whose actual support is less than </a:t>
            </a:r>
            <a:r>
              <a:rPr lang="en-US" altLang="en-US" sz="1600" i="1"/>
              <a:t>minsup</a:t>
            </a:r>
            <a:endParaRPr lang="en-US" altLang="en-US" sz="1600" i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Candidate Generation</a:t>
            </a:r>
            <a:endParaRPr lang="en-US" alt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610600" cy="5181600"/>
          </a:xfrm>
        </p:spPr>
        <p:txBody>
          <a:bodyPr/>
          <a:lstStyle/>
          <a:p>
            <a:r>
              <a:rPr lang="en-US" altLang="en-US" sz="2400"/>
              <a:t>Base case (k=2): </a:t>
            </a:r>
            <a:endParaRPr lang="en-US" altLang="en-US" sz="2400"/>
          </a:p>
          <a:p>
            <a:pPr lvl="1"/>
            <a:r>
              <a:rPr lang="en-US" altLang="en-US" sz="1800"/>
              <a:t>Merging two frequent 1-sequences &lt;{i</a:t>
            </a:r>
            <a:r>
              <a:rPr lang="en-US" altLang="en-US" sz="1800" baseline="-25000"/>
              <a:t>1</a:t>
            </a:r>
            <a:r>
              <a:rPr lang="en-US" altLang="en-US" sz="1800"/>
              <a:t>}&gt;  and &lt;{i</a:t>
            </a:r>
            <a:r>
              <a:rPr lang="en-US" altLang="en-US" sz="1800" baseline="-25000"/>
              <a:t>2</a:t>
            </a:r>
            <a:r>
              <a:rPr lang="en-US" altLang="en-US" sz="1800"/>
              <a:t>}&gt; will produce the following candidate 2-sequences: &lt;{i</a:t>
            </a:r>
            <a:r>
              <a:rPr lang="en-US" altLang="en-US" sz="1800" baseline="-25000"/>
              <a:t>1</a:t>
            </a:r>
            <a:r>
              <a:rPr lang="en-US" altLang="en-US" sz="1800"/>
              <a:t>} {i</a:t>
            </a:r>
            <a:r>
              <a:rPr lang="en-US" altLang="en-US" sz="1800" baseline="-25000"/>
              <a:t>1</a:t>
            </a:r>
            <a:r>
              <a:rPr lang="en-US" altLang="en-US" sz="1800"/>
              <a:t>}&gt;, &lt;{i</a:t>
            </a:r>
            <a:r>
              <a:rPr lang="en-US" altLang="en-US" sz="1800" baseline="-25000"/>
              <a:t>1</a:t>
            </a:r>
            <a:r>
              <a:rPr lang="en-US" altLang="en-US" sz="1800"/>
              <a:t>} {i</a:t>
            </a:r>
            <a:r>
              <a:rPr lang="en-US" altLang="en-US" sz="1800" baseline="-25000"/>
              <a:t>2</a:t>
            </a:r>
            <a:r>
              <a:rPr lang="en-US" altLang="en-US" sz="1800"/>
              <a:t>}&gt;, &lt;{i</a:t>
            </a:r>
            <a:r>
              <a:rPr lang="en-US" altLang="en-US" sz="1800" baseline="-25000"/>
              <a:t>2</a:t>
            </a:r>
            <a:r>
              <a:rPr lang="en-US" altLang="en-US" sz="1800"/>
              <a:t>} {i</a:t>
            </a:r>
            <a:r>
              <a:rPr lang="en-US" altLang="en-US" sz="1800" baseline="-25000"/>
              <a:t>2</a:t>
            </a:r>
            <a:r>
              <a:rPr lang="en-US" altLang="en-US" sz="1800"/>
              <a:t>}&gt;, &lt;{i</a:t>
            </a:r>
            <a:r>
              <a:rPr lang="en-US" altLang="en-US" sz="1800" baseline="-25000"/>
              <a:t>2</a:t>
            </a:r>
            <a:r>
              <a:rPr lang="en-US" altLang="en-US" sz="1800"/>
              <a:t>} {i</a:t>
            </a:r>
            <a:r>
              <a:rPr lang="en-US" altLang="en-US" sz="1800" baseline="-25000"/>
              <a:t>1</a:t>
            </a:r>
            <a:r>
              <a:rPr lang="en-US" altLang="en-US" sz="1800"/>
              <a:t>}&gt; and &lt;{i</a:t>
            </a:r>
            <a:r>
              <a:rPr lang="en-US" altLang="en-US" sz="1800" baseline="-25000"/>
              <a:t>1, </a:t>
            </a:r>
            <a:r>
              <a:rPr lang="en-US" altLang="en-US" sz="1800"/>
              <a:t>i</a:t>
            </a:r>
            <a:r>
              <a:rPr lang="en-US" altLang="en-US" sz="1800" baseline="-25000"/>
              <a:t>2</a:t>
            </a:r>
            <a:r>
              <a:rPr lang="en-US" altLang="en-US" sz="1800"/>
              <a:t>}&gt;. (</a:t>
            </a:r>
            <a:r>
              <a:rPr lang="en-US" altLang="en-US" sz="1800" b="1"/>
              <a:t>Note</a:t>
            </a:r>
            <a:r>
              <a:rPr lang="en-US" altLang="en-US" sz="1800"/>
              <a:t>: &lt;{i</a:t>
            </a:r>
            <a:r>
              <a:rPr lang="en-US" altLang="en-US" sz="1800" baseline="-25000"/>
              <a:t>1</a:t>
            </a:r>
            <a:r>
              <a:rPr lang="en-US" altLang="en-US" sz="1800"/>
              <a:t>}&gt; can be merged with itself to produce: &lt;{i</a:t>
            </a:r>
            <a:r>
              <a:rPr lang="en-US" altLang="en-US" sz="1800" baseline="-25000"/>
              <a:t>1</a:t>
            </a:r>
            <a:r>
              <a:rPr lang="en-US" altLang="en-US" sz="1800"/>
              <a:t>} {i</a:t>
            </a:r>
            <a:r>
              <a:rPr lang="en-US" altLang="en-US" sz="1800" baseline="-25000"/>
              <a:t>1</a:t>
            </a:r>
            <a:r>
              <a:rPr lang="en-US" altLang="en-US" sz="1800"/>
              <a:t>}&gt;)</a:t>
            </a:r>
            <a:endParaRPr lang="en-US" altLang="en-US" sz="1800"/>
          </a:p>
          <a:p>
            <a:pPr lvl="4"/>
            <a:endParaRPr lang="en-US" altLang="en-US" sz="800"/>
          </a:p>
          <a:p>
            <a:r>
              <a:rPr lang="en-US" altLang="en-US" sz="2400"/>
              <a:t>General case (k&gt;2):</a:t>
            </a:r>
            <a:endParaRPr lang="en-US" altLang="en-US" sz="2400"/>
          </a:p>
          <a:p>
            <a:pPr lvl="1"/>
            <a:r>
              <a:rPr lang="en-US" altLang="en-US" sz="1800"/>
              <a:t>A frequent (</a:t>
            </a:r>
            <a:r>
              <a:rPr lang="en-US" altLang="en-US" sz="1800" i="1"/>
              <a:t>k-1)</a:t>
            </a:r>
            <a:r>
              <a:rPr lang="en-US" altLang="en-US" sz="1800"/>
              <a:t>-sequence w</a:t>
            </a:r>
            <a:r>
              <a:rPr lang="en-US" altLang="en-US" sz="1800" baseline="-25000"/>
              <a:t>1</a:t>
            </a:r>
            <a:r>
              <a:rPr lang="en-US" altLang="en-US" sz="1800"/>
              <a:t> is merged with another frequent </a:t>
            </a:r>
            <a:br>
              <a:rPr lang="en-US" altLang="en-US" sz="1800"/>
            </a:br>
            <a:r>
              <a:rPr lang="en-US" altLang="en-US" sz="1800"/>
              <a:t>(</a:t>
            </a:r>
            <a:r>
              <a:rPr lang="en-US" altLang="en-US" sz="1800" i="1"/>
              <a:t>k-1)</a:t>
            </a:r>
            <a:r>
              <a:rPr lang="en-US" altLang="en-US" sz="1800"/>
              <a:t>-sequence w</a:t>
            </a:r>
            <a:r>
              <a:rPr lang="en-US" altLang="en-US" sz="1800" baseline="-25000"/>
              <a:t>2</a:t>
            </a:r>
            <a:r>
              <a:rPr lang="en-US" altLang="en-US" sz="1800"/>
              <a:t> to produce a candidate </a:t>
            </a:r>
            <a:r>
              <a:rPr lang="en-US" altLang="en-US" sz="1800" i="1"/>
              <a:t>k</a:t>
            </a:r>
            <a:r>
              <a:rPr lang="en-US" altLang="en-US" sz="1800"/>
              <a:t>-sequence if the subsequence obtained by removing an event from the first element in w</a:t>
            </a:r>
            <a:r>
              <a:rPr lang="en-US" altLang="en-US" sz="1800" baseline="-25000"/>
              <a:t>1</a:t>
            </a:r>
            <a:r>
              <a:rPr lang="en-US" altLang="en-US" sz="1800"/>
              <a:t> is the same as the subsequence obtained by removing an event from the last element in w</a:t>
            </a:r>
            <a:r>
              <a:rPr lang="en-US" altLang="en-US" sz="1800" baseline="-25000"/>
              <a:t>2</a:t>
            </a:r>
            <a:endParaRPr lang="en-US" altLang="en-US" sz="1800"/>
          </a:p>
          <a:p>
            <a:pPr lvl="2">
              <a:buFont typeface="Wingdings" panose="05000000000000000000" pitchFamily="2" charset="2"/>
              <a:buNone/>
            </a:pPr>
            <a:endParaRPr lang="en-US" altLang="en-US" sz="1700" baseline="-25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Candidate Generation</a:t>
            </a:r>
            <a:endParaRPr lang="en-US" alt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610600" cy="5181600"/>
          </a:xfrm>
        </p:spPr>
        <p:txBody>
          <a:bodyPr/>
          <a:lstStyle/>
          <a:p>
            <a:r>
              <a:rPr lang="en-US" altLang="en-US" sz="2400"/>
              <a:t>Base case (k=2): </a:t>
            </a:r>
            <a:endParaRPr lang="en-US" altLang="en-US" sz="2400"/>
          </a:p>
          <a:p>
            <a:pPr lvl="1"/>
            <a:r>
              <a:rPr lang="en-US" altLang="en-US" sz="1800"/>
              <a:t>Merging two frequent 1-sequences &lt;{i</a:t>
            </a:r>
            <a:r>
              <a:rPr lang="en-US" altLang="en-US" sz="1800" baseline="-25000"/>
              <a:t>1</a:t>
            </a:r>
            <a:r>
              <a:rPr lang="en-US" altLang="en-US" sz="1800"/>
              <a:t>}&gt;  and &lt;{i</a:t>
            </a:r>
            <a:r>
              <a:rPr lang="en-US" altLang="en-US" sz="1800" baseline="-25000"/>
              <a:t>2</a:t>
            </a:r>
            <a:r>
              <a:rPr lang="en-US" altLang="en-US" sz="1800"/>
              <a:t>}&gt; will produce the following candidate 2-sequences: &lt;{i</a:t>
            </a:r>
            <a:r>
              <a:rPr lang="en-US" altLang="en-US" sz="1800" baseline="-25000"/>
              <a:t>1</a:t>
            </a:r>
            <a:r>
              <a:rPr lang="en-US" altLang="en-US" sz="1800"/>
              <a:t>} {i</a:t>
            </a:r>
            <a:r>
              <a:rPr lang="en-US" altLang="en-US" sz="1800" baseline="-25000"/>
              <a:t>1</a:t>
            </a:r>
            <a:r>
              <a:rPr lang="en-US" altLang="en-US" sz="1800"/>
              <a:t>}&gt;, &lt;{i</a:t>
            </a:r>
            <a:r>
              <a:rPr lang="en-US" altLang="en-US" sz="1800" baseline="-25000"/>
              <a:t>1</a:t>
            </a:r>
            <a:r>
              <a:rPr lang="en-US" altLang="en-US" sz="1800"/>
              <a:t>} {i</a:t>
            </a:r>
            <a:r>
              <a:rPr lang="en-US" altLang="en-US" sz="1800" baseline="-25000"/>
              <a:t>2</a:t>
            </a:r>
            <a:r>
              <a:rPr lang="en-US" altLang="en-US" sz="1800"/>
              <a:t>}&gt;, &lt;{i</a:t>
            </a:r>
            <a:r>
              <a:rPr lang="en-US" altLang="en-US" sz="1800" baseline="-25000"/>
              <a:t>2</a:t>
            </a:r>
            <a:r>
              <a:rPr lang="en-US" altLang="en-US" sz="1800"/>
              <a:t>} {i</a:t>
            </a:r>
            <a:r>
              <a:rPr lang="en-US" altLang="en-US" sz="1800" baseline="-25000"/>
              <a:t>2</a:t>
            </a:r>
            <a:r>
              <a:rPr lang="en-US" altLang="en-US" sz="1800"/>
              <a:t>}&gt;, &lt;{i</a:t>
            </a:r>
            <a:r>
              <a:rPr lang="en-US" altLang="en-US" sz="1800" baseline="-25000"/>
              <a:t>2</a:t>
            </a:r>
            <a:r>
              <a:rPr lang="en-US" altLang="en-US" sz="1800"/>
              <a:t>} {i</a:t>
            </a:r>
            <a:r>
              <a:rPr lang="en-US" altLang="en-US" sz="1800" baseline="-25000"/>
              <a:t>1</a:t>
            </a:r>
            <a:r>
              <a:rPr lang="en-US" altLang="en-US" sz="1800"/>
              <a:t>}&gt; and &lt;{i</a:t>
            </a:r>
            <a:r>
              <a:rPr lang="en-US" altLang="en-US" sz="1800" baseline="-25000"/>
              <a:t>1 </a:t>
            </a:r>
            <a:r>
              <a:rPr lang="en-US" altLang="en-US" sz="1800"/>
              <a:t>i</a:t>
            </a:r>
            <a:r>
              <a:rPr lang="en-US" altLang="en-US" sz="1800" baseline="-25000"/>
              <a:t>2</a:t>
            </a:r>
            <a:r>
              <a:rPr lang="en-US" altLang="en-US" sz="1800"/>
              <a:t>}&gt;. (</a:t>
            </a:r>
            <a:r>
              <a:rPr lang="en-US" altLang="en-US" sz="1800" b="1"/>
              <a:t>Note</a:t>
            </a:r>
            <a:r>
              <a:rPr lang="en-US" altLang="en-US" sz="1800"/>
              <a:t>: &lt;{i</a:t>
            </a:r>
            <a:r>
              <a:rPr lang="en-US" altLang="en-US" sz="1800" baseline="-25000"/>
              <a:t>1</a:t>
            </a:r>
            <a:r>
              <a:rPr lang="en-US" altLang="en-US" sz="1800"/>
              <a:t>}&gt; can be merged with itself to produce: &lt;{i</a:t>
            </a:r>
            <a:r>
              <a:rPr lang="en-US" altLang="en-US" sz="1800" baseline="-25000"/>
              <a:t>1</a:t>
            </a:r>
            <a:r>
              <a:rPr lang="en-US" altLang="en-US" sz="1800"/>
              <a:t>} {i</a:t>
            </a:r>
            <a:r>
              <a:rPr lang="en-US" altLang="en-US" sz="1800" baseline="-25000"/>
              <a:t>1</a:t>
            </a:r>
            <a:r>
              <a:rPr lang="en-US" altLang="en-US" sz="1800"/>
              <a:t>}&gt;)</a:t>
            </a:r>
            <a:endParaRPr lang="en-US" altLang="en-US" sz="1800"/>
          </a:p>
          <a:p>
            <a:pPr lvl="4"/>
            <a:endParaRPr lang="en-US" altLang="en-US" sz="800"/>
          </a:p>
          <a:p>
            <a:r>
              <a:rPr lang="en-US" altLang="en-US" sz="2400"/>
              <a:t>General case (k&gt;2):</a:t>
            </a:r>
            <a:endParaRPr lang="en-US" altLang="en-US" sz="2400"/>
          </a:p>
          <a:p>
            <a:pPr lvl="1"/>
            <a:r>
              <a:rPr lang="en-US" altLang="en-US" sz="1800"/>
              <a:t>A frequent (</a:t>
            </a:r>
            <a:r>
              <a:rPr lang="en-US" altLang="en-US" sz="1800" i="1"/>
              <a:t>k-1)</a:t>
            </a:r>
            <a:r>
              <a:rPr lang="en-US" altLang="en-US" sz="1800"/>
              <a:t>-sequence w</a:t>
            </a:r>
            <a:r>
              <a:rPr lang="en-US" altLang="en-US" sz="1800" baseline="-25000"/>
              <a:t>1</a:t>
            </a:r>
            <a:r>
              <a:rPr lang="en-US" altLang="en-US" sz="1800"/>
              <a:t> is merged with another frequent </a:t>
            </a:r>
            <a:br>
              <a:rPr lang="en-US" altLang="en-US" sz="1800"/>
            </a:br>
            <a:r>
              <a:rPr lang="en-US" altLang="en-US" sz="1800"/>
              <a:t>(</a:t>
            </a:r>
            <a:r>
              <a:rPr lang="en-US" altLang="en-US" sz="1800" i="1"/>
              <a:t>k-1)</a:t>
            </a:r>
            <a:r>
              <a:rPr lang="en-US" altLang="en-US" sz="1800"/>
              <a:t>-sequence w</a:t>
            </a:r>
            <a:r>
              <a:rPr lang="en-US" altLang="en-US" sz="1800" baseline="-25000"/>
              <a:t>2</a:t>
            </a:r>
            <a:r>
              <a:rPr lang="en-US" altLang="en-US" sz="1800"/>
              <a:t> to produce a candidate </a:t>
            </a:r>
            <a:r>
              <a:rPr lang="en-US" altLang="en-US" sz="1800" i="1"/>
              <a:t>k</a:t>
            </a:r>
            <a:r>
              <a:rPr lang="en-US" altLang="en-US" sz="1800"/>
              <a:t>-sequence if the subsequence obtained by removing an event from the first element in w</a:t>
            </a:r>
            <a:r>
              <a:rPr lang="en-US" altLang="en-US" sz="1800" baseline="-25000"/>
              <a:t>1</a:t>
            </a:r>
            <a:r>
              <a:rPr lang="en-US" altLang="en-US" sz="1800"/>
              <a:t> is the same as the subsequence obtained by removing an event from the last element in w</a:t>
            </a:r>
            <a:r>
              <a:rPr lang="en-US" altLang="en-US" sz="1800" baseline="-25000"/>
              <a:t>2</a:t>
            </a:r>
            <a:endParaRPr lang="en-US" altLang="en-US" sz="1800"/>
          </a:p>
          <a:p>
            <a:pPr lvl="2"/>
            <a:r>
              <a:rPr lang="en-US" altLang="en-US" sz="1800"/>
              <a:t> The resulting candidate after merging is given by extending the sequence w</a:t>
            </a:r>
            <a:r>
              <a:rPr lang="en-US" altLang="en-US" sz="1800" baseline="-25000"/>
              <a:t>1</a:t>
            </a:r>
            <a:r>
              <a:rPr lang="en-US" altLang="en-US" sz="1800"/>
              <a:t>  as follows- </a:t>
            </a:r>
            <a:endParaRPr lang="en-US" altLang="en-US" sz="1800"/>
          </a:p>
          <a:p>
            <a:pPr lvl="3"/>
            <a:r>
              <a:rPr lang="en-US" altLang="en-US" sz="1700"/>
              <a:t>If the last element of w</a:t>
            </a:r>
            <a:r>
              <a:rPr lang="en-US" altLang="en-US" sz="1700" baseline="-25000"/>
              <a:t>2</a:t>
            </a:r>
            <a:r>
              <a:rPr lang="en-US" altLang="en-US" sz="1700"/>
              <a:t> has only one event, append it to w</a:t>
            </a:r>
            <a:r>
              <a:rPr lang="en-US" altLang="en-US" sz="1700" baseline="-25000"/>
              <a:t>1</a:t>
            </a:r>
            <a:r>
              <a:rPr lang="en-US" altLang="en-US" sz="1700"/>
              <a:t>   </a:t>
            </a:r>
            <a:endParaRPr lang="en-US" altLang="en-US" sz="1700" baseline="-25000"/>
          </a:p>
          <a:p>
            <a:pPr lvl="3"/>
            <a:r>
              <a:rPr lang="en-US" altLang="en-US" sz="1700"/>
              <a:t>Otherwise add the event from the last element of w</a:t>
            </a:r>
            <a:r>
              <a:rPr lang="en-US" altLang="en-US" sz="1700" baseline="-25000"/>
              <a:t>2</a:t>
            </a:r>
            <a:r>
              <a:rPr lang="en-US" altLang="en-US" sz="1700"/>
              <a:t> (which is absent in the last element of w</a:t>
            </a:r>
            <a:r>
              <a:rPr lang="en-US" altLang="en-US" sz="1700" baseline="-25000"/>
              <a:t>1</a:t>
            </a:r>
            <a:r>
              <a:rPr lang="en-US" altLang="en-US" sz="1700"/>
              <a:t>) to the last element of w</a:t>
            </a:r>
            <a:r>
              <a:rPr lang="en-US" altLang="en-US" sz="1700" baseline="-25000"/>
              <a:t>1</a:t>
            </a:r>
            <a:r>
              <a:rPr lang="en-US" altLang="en-US" sz="1700"/>
              <a:t> </a:t>
            </a:r>
            <a:endParaRPr lang="en-US" altLang="en-US" sz="1700"/>
          </a:p>
          <a:p>
            <a:pPr lvl="3"/>
            <a:endParaRPr lang="en-US" altLang="en-US" sz="1700" baseline="-25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Candidate Generation Examples</a:t>
            </a:r>
            <a:endParaRPr lang="en-US" altLang="en-US"/>
          </a:p>
        </p:txBody>
      </p:sp>
      <p:sp>
        <p:nvSpPr>
          <p:cNvPr id="147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/>
              <a:t>Merging w</a:t>
            </a:r>
            <a:r>
              <a:rPr lang="en-US" altLang="en-US" sz="2000" baseline="-25000"/>
              <a:t>1</a:t>
            </a:r>
            <a:r>
              <a:rPr lang="en-US" altLang="en-US" sz="2000"/>
              <a:t>=&lt;{1 2 3} {4 6}&gt; and w</a:t>
            </a:r>
            <a:r>
              <a:rPr lang="en-US" altLang="en-US" sz="2000" baseline="-25000"/>
              <a:t>2</a:t>
            </a:r>
            <a:r>
              <a:rPr lang="en-US" altLang="en-US" sz="2000"/>
              <a:t> =&lt;{2 3} {4 6} {5}&gt; </a:t>
            </a:r>
            <a:br>
              <a:rPr lang="en-US" altLang="en-US" sz="2000"/>
            </a:br>
            <a:r>
              <a:rPr lang="en-US" altLang="en-US" sz="2000"/>
              <a:t>produces the candidate sequence &lt; {1 2 3} {4 6} {5}&gt; because the last element of w</a:t>
            </a:r>
            <a:r>
              <a:rPr lang="en-US" altLang="en-US" sz="2000" baseline="-25000"/>
              <a:t>2 </a:t>
            </a:r>
            <a:r>
              <a:rPr lang="en-US" altLang="en-US" sz="2000"/>
              <a:t>has only one event</a:t>
            </a:r>
            <a:endParaRPr lang="en-US" altLang="en-US" sz="2000"/>
          </a:p>
          <a:p>
            <a:r>
              <a:rPr lang="en-US" altLang="en-US" sz="2000"/>
              <a:t>Merging  w</a:t>
            </a:r>
            <a:r>
              <a:rPr lang="en-US" altLang="en-US" sz="2000" baseline="-25000"/>
              <a:t>1</a:t>
            </a:r>
            <a:r>
              <a:rPr lang="en-US" altLang="en-US" sz="2000"/>
              <a:t>=&lt;{1} {2 3} {4}&gt; and w</a:t>
            </a:r>
            <a:r>
              <a:rPr lang="en-US" altLang="en-US" sz="2000" baseline="-25000"/>
              <a:t>2</a:t>
            </a:r>
            <a:r>
              <a:rPr lang="en-US" altLang="en-US" sz="2000"/>
              <a:t> =&lt;{2 3} {4 5}&gt; </a:t>
            </a:r>
            <a:br>
              <a:rPr lang="en-US" altLang="en-US" sz="2000"/>
            </a:br>
            <a:r>
              <a:rPr lang="en-US" altLang="en-US" sz="2000"/>
              <a:t>produces the candidate sequence &lt; {1} {2 3} {4 5}&gt; because the last element in w</a:t>
            </a:r>
            <a:r>
              <a:rPr lang="en-US" altLang="en-US" sz="2000" baseline="-25000"/>
              <a:t>2  </a:t>
            </a:r>
            <a:r>
              <a:rPr lang="en-US" altLang="en-US" sz="2000"/>
              <a:t>has more than one event</a:t>
            </a:r>
            <a:endParaRPr lang="en-US" altLang="en-US" sz="2000"/>
          </a:p>
          <a:p>
            <a:r>
              <a:rPr lang="en-US" altLang="en-US" sz="2000"/>
              <a:t>Merging w</a:t>
            </a:r>
            <a:r>
              <a:rPr lang="en-US" altLang="en-US" sz="2000" baseline="-25000"/>
              <a:t>1</a:t>
            </a:r>
            <a:r>
              <a:rPr lang="en-US" altLang="en-US" sz="2000"/>
              <a:t>=&lt;{1 2 3} &gt; and w</a:t>
            </a:r>
            <a:r>
              <a:rPr lang="en-US" altLang="en-US" sz="2000" baseline="-25000"/>
              <a:t>2</a:t>
            </a:r>
            <a:r>
              <a:rPr lang="en-US" altLang="en-US" sz="2000"/>
              <a:t> =&lt;{2 3 4} &gt; </a:t>
            </a:r>
            <a:br>
              <a:rPr lang="en-US" altLang="en-US" sz="2000"/>
            </a:br>
            <a:r>
              <a:rPr lang="en-US" altLang="en-US" sz="2000"/>
              <a:t>produces the candidate sequence &lt; {1 2 3 4}&gt; because the last element in w</a:t>
            </a:r>
            <a:r>
              <a:rPr lang="en-US" altLang="en-US" sz="2000" baseline="-25000"/>
              <a:t>2  </a:t>
            </a:r>
            <a:r>
              <a:rPr lang="en-US" altLang="en-US" sz="2000"/>
              <a:t>has more than one event</a:t>
            </a:r>
            <a:endParaRPr lang="en-US" altLang="en-US" sz="2000"/>
          </a:p>
          <a:p>
            <a:r>
              <a:rPr lang="en-US" altLang="en-US" sz="2000"/>
              <a:t>We do not have to merge the sequences </a:t>
            </a:r>
            <a:br>
              <a:rPr lang="en-US" altLang="en-US" sz="2000"/>
            </a:br>
            <a:r>
              <a:rPr lang="en-US" altLang="en-US" sz="2000"/>
              <a:t>w</a:t>
            </a:r>
            <a:r>
              <a:rPr lang="en-US" altLang="en-US" sz="2000" baseline="-25000"/>
              <a:t>1</a:t>
            </a:r>
            <a:r>
              <a:rPr lang="en-US" altLang="en-US" sz="2000"/>
              <a:t> =&lt;{1} {2 6} {4}&gt; and w</a:t>
            </a:r>
            <a:r>
              <a:rPr lang="en-US" altLang="en-US" sz="2000" baseline="-25000"/>
              <a:t>2</a:t>
            </a:r>
            <a:r>
              <a:rPr lang="en-US" altLang="en-US" sz="2000"/>
              <a:t> =&lt;{1} {2} {4 5}&gt; </a:t>
            </a:r>
            <a:br>
              <a:rPr lang="en-US" altLang="en-US" sz="2000"/>
            </a:br>
            <a:r>
              <a:rPr lang="en-US" altLang="en-US" sz="2000"/>
              <a:t>to produce the candidate &lt; {1} {2 6} {4 5}&gt; because if the latter is a viable candidate, then it can be obtained by merging w</a:t>
            </a:r>
            <a:r>
              <a:rPr lang="en-US" altLang="en-US" sz="2000" baseline="-25000"/>
              <a:t>1</a:t>
            </a:r>
            <a:r>
              <a:rPr lang="en-US" altLang="en-US" sz="2000"/>
              <a:t> with </a:t>
            </a:r>
            <a:br>
              <a:rPr lang="en-US" altLang="en-US" sz="2000"/>
            </a:br>
            <a:r>
              <a:rPr lang="en-US" altLang="en-US" sz="2000"/>
              <a:t>&lt; {2 6} {4 5}&gt;</a:t>
            </a:r>
            <a:endParaRPr lang="en-US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6611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Candidate Generation: Examples (ctd)</a:t>
            </a:r>
            <a:endParaRPr lang="en-US" altLang="en-US"/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dirty="0" smtClean="0"/>
              <a:t>Can &lt;{</a:t>
            </a:r>
            <a:r>
              <a:rPr lang="en-US" altLang="en-US" dirty="0"/>
              <a:t>a},{b},{c}&gt; </a:t>
            </a:r>
            <a:r>
              <a:rPr lang="en-US" altLang="en-US" dirty="0" smtClean="0"/>
              <a:t>merge </a:t>
            </a:r>
            <a:r>
              <a:rPr lang="en-US" altLang="en-US" dirty="0"/>
              <a:t>with &lt;{b},{c},{f}&gt; </a:t>
            </a:r>
            <a:r>
              <a:rPr lang="en-US" altLang="en-US" dirty="0" smtClean="0"/>
              <a:t>?</a:t>
            </a:r>
            <a:endParaRPr lang="en-US" altLang="en-US" dirty="0" smtClean="0"/>
          </a:p>
          <a:p>
            <a:pPr>
              <a:lnSpc>
                <a:spcPct val="150000"/>
              </a:lnSpc>
            </a:pPr>
            <a:r>
              <a:rPr lang="en-US" altLang="en-US" dirty="0" smtClean="0"/>
              <a:t>Can &lt;{</a:t>
            </a:r>
            <a:r>
              <a:rPr lang="en-US" altLang="en-US" dirty="0"/>
              <a:t>a},{b},{c}&gt; </a:t>
            </a:r>
            <a:r>
              <a:rPr lang="en-US" altLang="en-US" dirty="0" smtClean="0"/>
              <a:t>merge with </a:t>
            </a:r>
            <a:r>
              <a:rPr lang="en-US" altLang="en-US" dirty="0"/>
              <a:t>&lt;{</a:t>
            </a:r>
            <a:r>
              <a:rPr lang="en-US" altLang="en-US" dirty="0" err="1"/>
              <a:t>b,c</a:t>
            </a:r>
            <a:r>
              <a:rPr lang="en-US" altLang="en-US" dirty="0"/>
              <a:t>},{f</a:t>
            </a:r>
            <a:r>
              <a:rPr lang="en-US" altLang="en-US" dirty="0" smtClean="0"/>
              <a:t>}&gt;?</a:t>
            </a:r>
            <a:endParaRPr lang="en-US" altLang="en-US" dirty="0"/>
          </a:p>
          <a:p>
            <a:pPr>
              <a:lnSpc>
                <a:spcPct val="150000"/>
              </a:lnSpc>
            </a:pPr>
            <a:r>
              <a:rPr lang="en-US" altLang="en-US" dirty="0" smtClean="0"/>
              <a:t>Can &lt;{</a:t>
            </a:r>
            <a:r>
              <a:rPr lang="en-US" altLang="en-US" dirty="0"/>
              <a:t>a},{b},{c}&gt; </a:t>
            </a:r>
            <a:r>
              <a:rPr lang="en-US" altLang="en-US" dirty="0" smtClean="0"/>
              <a:t>merge </a:t>
            </a:r>
            <a:r>
              <a:rPr lang="en-US" altLang="en-US" dirty="0"/>
              <a:t>with &lt;{b},{</a:t>
            </a:r>
            <a:r>
              <a:rPr lang="en-US" altLang="en-US" dirty="0" err="1"/>
              <a:t>c,f</a:t>
            </a:r>
            <a:r>
              <a:rPr lang="en-US" altLang="en-US" dirty="0" smtClean="0"/>
              <a:t>}&gt;? </a:t>
            </a:r>
            <a:endParaRPr lang="en-US" altLang="en-US" dirty="0" smtClean="0"/>
          </a:p>
          <a:p>
            <a:pPr>
              <a:lnSpc>
                <a:spcPct val="150000"/>
              </a:lnSpc>
            </a:pPr>
            <a:r>
              <a:rPr lang="en-US" altLang="en-US" dirty="0" smtClean="0"/>
              <a:t>Can &lt;{</a:t>
            </a:r>
            <a:r>
              <a:rPr lang="en-US" altLang="en-US" dirty="0" err="1"/>
              <a:t>a,b</a:t>
            </a:r>
            <a:r>
              <a:rPr lang="en-US" altLang="en-US" dirty="0"/>
              <a:t>},{c}&gt; </a:t>
            </a:r>
            <a:r>
              <a:rPr lang="en-US" altLang="en-US" dirty="0" smtClean="0"/>
              <a:t> merge with </a:t>
            </a:r>
            <a:r>
              <a:rPr lang="en-US" altLang="en-US" dirty="0"/>
              <a:t>&lt;{b},{</a:t>
            </a:r>
            <a:r>
              <a:rPr lang="en-US" altLang="en-US" dirty="0" err="1"/>
              <a:t>c,f</a:t>
            </a:r>
            <a:r>
              <a:rPr lang="en-US" altLang="en-US" dirty="0"/>
              <a:t>}&gt; </a:t>
            </a:r>
            <a:r>
              <a:rPr lang="en-US" altLang="en-US" dirty="0" smtClean="0"/>
              <a:t>?</a:t>
            </a:r>
            <a:endParaRPr lang="en-US" altLang="en-US" dirty="0" smtClean="0"/>
          </a:p>
          <a:p>
            <a:pPr>
              <a:lnSpc>
                <a:spcPct val="150000"/>
              </a:lnSpc>
            </a:pPr>
            <a:r>
              <a:rPr lang="en-US" altLang="en-US" dirty="0" smtClean="0"/>
              <a:t>Can &lt;{</a:t>
            </a:r>
            <a:r>
              <a:rPr lang="en-US" altLang="en-US" dirty="0" err="1"/>
              <a:t>a,b,c</a:t>
            </a:r>
            <a:r>
              <a:rPr lang="en-US" altLang="en-US" dirty="0"/>
              <a:t>}&gt; </a:t>
            </a:r>
            <a:r>
              <a:rPr lang="en-US" altLang="en-US" dirty="0" smtClean="0"/>
              <a:t>merge </a:t>
            </a:r>
            <a:r>
              <a:rPr lang="en-US" altLang="en-US" dirty="0"/>
              <a:t>with &lt;{</a:t>
            </a:r>
            <a:r>
              <a:rPr lang="en-US" altLang="en-US" dirty="0" err="1"/>
              <a:t>b,c,f</a:t>
            </a:r>
            <a:r>
              <a:rPr lang="en-US" altLang="en-US" dirty="0" smtClean="0"/>
              <a:t>}&gt;?</a:t>
            </a:r>
            <a:endParaRPr lang="en-US" altLang="en-US" dirty="0" smtClean="0"/>
          </a:p>
          <a:p>
            <a:pPr>
              <a:lnSpc>
                <a:spcPct val="150000"/>
              </a:lnSpc>
            </a:pPr>
            <a:r>
              <a:rPr lang="en-US" altLang="en-US" dirty="0" smtClean="0"/>
              <a:t>Can &lt;{a}&gt; merge with &lt;{a}&gt;?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Candidate Generation: Examples (ctd)</a:t>
            </a:r>
            <a:endParaRPr lang="en-US" altLang="en-US"/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&lt;{a},{b},{c}&gt; can be merged with &lt;{b},{c},{f}&gt; to produce &lt;{a},{b},{c},{f}&gt; </a:t>
            </a:r>
            <a:endParaRPr lang="en-US" altLang="en-US" sz="2000" dirty="0"/>
          </a:p>
          <a:p>
            <a:r>
              <a:rPr lang="en-US" altLang="en-US" sz="2000" dirty="0"/>
              <a:t>&lt;{a},{b},{c}&gt; cannot be merged with &lt;{</a:t>
            </a:r>
            <a:r>
              <a:rPr lang="en-US" altLang="en-US" sz="2000" dirty="0" err="1"/>
              <a:t>b,c</a:t>
            </a:r>
            <a:r>
              <a:rPr lang="en-US" altLang="en-US" sz="2000" dirty="0"/>
              <a:t>},{f</a:t>
            </a:r>
            <a:r>
              <a:rPr lang="en-US" altLang="en-US" sz="2000" dirty="0" smtClean="0"/>
              <a:t>}&gt;</a:t>
            </a:r>
            <a:endParaRPr lang="en-US" altLang="en-US" sz="2000" dirty="0"/>
          </a:p>
          <a:p>
            <a:r>
              <a:rPr lang="en-US" altLang="en-US" sz="2000" dirty="0"/>
              <a:t>&lt;{a},{b},{c}&gt; can be merged with &lt;{b},{</a:t>
            </a:r>
            <a:r>
              <a:rPr lang="en-US" altLang="en-US" sz="2000" dirty="0" err="1"/>
              <a:t>c,f</a:t>
            </a:r>
            <a:r>
              <a:rPr lang="en-US" altLang="en-US" sz="2000" dirty="0"/>
              <a:t>}&gt; to produce &lt;{a},{b},{</a:t>
            </a:r>
            <a:r>
              <a:rPr lang="en-US" altLang="en-US" sz="2000" dirty="0" err="1"/>
              <a:t>c,f</a:t>
            </a:r>
            <a:r>
              <a:rPr lang="en-US" altLang="en-US" sz="2000" dirty="0"/>
              <a:t>}&gt; </a:t>
            </a:r>
            <a:endParaRPr lang="en-US" altLang="en-US" sz="2000" dirty="0"/>
          </a:p>
          <a:p>
            <a:r>
              <a:rPr lang="en-US" altLang="en-US" sz="2000" dirty="0"/>
              <a:t>&lt;{</a:t>
            </a:r>
            <a:r>
              <a:rPr lang="en-US" altLang="en-US" sz="2000" dirty="0" err="1"/>
              <a:t>a,b</a:t>
            </a:r>
            <a:r>
              <a:rPr lang="en-US" altLang="en-US" sz="2000" dirty="0"/>
              <a:t>},{c}&gt; can be merged with &lt;{b},{</a:t>
            </a:r>
            <a:r>
              <a:rPr lang="en-US" altLang="en-US" sz="2000" dirty="0" err="1"/>
              <a:t>c,f</a:t>
            </a:r>
            <a:r>
              <a:rPr lang="en-US" altLang="en-US" sz="2000" dirty="0"/>
              <a:t>}&gt; to produce &lt;{</a:t>
            </a:r>
            <a:r>
              <a:rPr lang="en-US" altLang="en-US" sz="2000" dirty="0" err="1"/>
              <a:t>a,b</a:t>
            </a:r>
            <a:r>
              <a:rPr lang="en-US" altLang="en-US" sz="2000" dirty="0"/>
              <a:t>},{</a:t>
            </a:r>
            <a:r>
              <a:rPr lang="en-US" altLang="en-US" sz="2000" dirty="0" err="1"/>
              <a:t>c,f</a:t>
            </a:r>
            <a:r>
              <a:rPr lang="en-US" altLang="en-US" sz="2000" dirty="0"/>
              <a:t>}&gt; </a:t>
            </a:r>
            <a:endParaRPr lang="en-US" altLang="en-US" sz="2000" dirty="0"/>
          </a:p>
          <a:p>
            <a:r>
              <a:rPr lang="en-US" altLang="en-US" sz="2000" dirty="0"/>
              <a:t>&lt;{</a:t>
            </a:r>
            <a:r>
              <a:rPr lang="en-US" altLang="en-US" sz="2000" dirty="0" err="1"/>
              <a:t>a,b,c</a:t>
            </a:r>
            <a:r>
              <a:rPr lang="en-US" altLang="en-US" sz="2000" dirty="0"/>
              <a:t>}&gt; can be merged with &lt;{</a:t>
            </a:r>
            <a:r>
              <a:rPr lang="en-US" altLang="en-US" sz="2000" dirty="0" err="1"/>
              <a:t>b,c,f</a:t>
            </a:r>
            <a:r>
              <a:rPr lang="en-US" altLang="en-US" sz="2000" dirty="0"/>
              <a:t>}&gt; to produce &lt;{</a:t>
            </a:r>
            <a:r>
              <a:rPr lang="en-US" altLang="en-US" sz="2000" dirty="0" err="1"/>
              <a:t>a,b,c,f</a:t>
            </a:r>
            <a:r>
              <a:rPr lang="en-US" altLang="en-US" sz="2000" dirty="0"/>
              <a:t>}&gt; </a:t>
            </a:r>
            <a:endParaRPr lang="en-US" altLang="en-US" sz="2000" dirty="0" smtClean="0"/>
          </a:p>
          <a:p>
            <a:r>
              <a:rPr lang="en-US" altLang="en-US" sz="2000" dirty="0" smtClean="0"/>
              <a:t>&lt;{a</a:t>
            </a:r>
            <a:r>
              <a:rPr lang="en-US" altLang="en-US" sz="2000" dirty="0" smtClean="0"/>
              <a:t>}{b}{a}&gt; </a:t>
            </a:r>
            <a:r>
              <a:rPr lang="en-US" altLang="en-US" sz="2000" dirty="0"/>
              <a:t>can be merged with </a:t>
            </a:r>
            <a:r>
              <a:rPr lang="en-US" altLang="en-US" sz="2000" dirty="0" smtClean="0"/>
              <a:t>&lt;{b}{a}{b}&gt; </a:t>
            </a:r>
            <a:r>
              <a:rPr lang="en-US" altLang="en-US" sz="2000" dirty="0"/>
              <a:t>to produce &lt;{</a:t>
            </a:r>
            <a:r>
              <a:rPr lang="en-US" altLang="en-US" sz="2000" dirty="0" smtClean="0"/>
              <a:t>a</a:t>
            </a:r>
            <a:r>
              <a:rPr lang="en-US" altLang="en-US" sz="2000" dirty="0" smtClean="0"/>
              <a:t>},{b},{a},{b}&gt; </a:t>
            </a:r>
            <a:endParaRPr lang="en-US" altLang="en-US" sz="2000" dirty="0"/>
          </a:p>
          <a:p>
            <a:r>
              <a:rPr lang="en-US" altLang="en-US" sz="2000" smtClean="0"/>
              <a:t>&lt;{b}{</a:t>
            </a:r>
            <a:r>
              <a:rPr lang="en-US" altLang="en-US" sz="2000" smtClean="0"/>
              <a:t>a</a:t>
            </a:r>
            <a:r>
              <a:rPr lang="en-US" altLang="en-US" sz="2000" smtClean="0"/>
              <a:t>}{</a:t>
            </a:r>
            <a:r>
              <a:rPr lang="en-US" altLang="en-US" sz="2000" dirty="0" smtClean="0"/>
              <a:t>b</a:t>
            </a:r>
            <a:r>
              <a:rPr lang="en-US" altLang="en-US" sz="2000" smtClean="0"/>
              <a:t>}&gt; </a:t>
            </a:r>
            <a:r>
              <a:rPr lang="en-US" altLang="en-US" sz="2000" dirty="0"/>
              <a:t>can be merged </a:t>
            </a:r>
            <a:r>
              <a:rPr lang="en-US" altLang="en-US" sz="2000"/>
              <a:t>with </a:t>
            </a:r>
            <a:r>
              <a:rPr lang="en-US" altLang="en-US" sz="2000" smtClean="0"/>
              <a:t>&lt;{a}{</a:t>
            </a:r>
            <a:r>
              <a:rPr lang="en-US" altLang="en-US" sz="2000" smtClean="0"/>
              <a:t>b</a:t>
            </a:r>
            <a:r>
              <a:rPr lang="en-US" altLang="en-US" sz="2000" smtClean="0"/>
              <a:t>}{</a:t>
            </a:r>
            <a:r>
              <a:rPr lang="en-US" altLang="en-US" sz="2000" dirty="0" smtClean="0"/>
              <a:t>a</a:t>
            </a:r>
            <a:r>
              <a:rPr lang="en-US" altLang="en-US" sz="2000" smtClean="0"/>
              <a:t>}&gt; </a:t>
            </a:r>
            <a:r>
              <a:rPr lang="en-US" altLang="en-US" sz="2000" dirty="0"/>
              <a:t>to </a:t>
            </a:r>
            <a:r>
              <a:rPr lang="en-US" altLang="en-US" sz="2000"/>
              <a:t>produce </a:t>
            </a:r>
            <a:r>
              <a:rPr lang="en-US" altLang="en-US" sz="2000" smtClean="0"/>
              <a:t>&lt;{b},{</a:t>
            </a:r>
            <a:r>
              <a:rPr lang="en-US" altLang="en-US" sz="2000" smtClean="0"/>
              <a:t>a</a:t>
            </a:r>
            <a:r>
              <a:rPr lang="en-US" altLang="en-US" sz="2000" smtClean="0"/>
              <a:t>},{</a:t>
            </a:r>
            <a:r>
              <a:rPr lang="en-US" altLang="en-US" sz="2000" smtClean="0"/>
              <a:t>b</a:t>
            </a:r>
            <a:r>
              <a:rPr lang="en-US" altLang="en-US" sz="2000" smtClean="0"/>
              <a:t>},{</a:t>
            </a:r>
            <a:r>
              <a:rPr lang="en-US" altLang="en-US" sz="2000" dirty="0" smtClean="0"/>
              <a:t>a</a:t>
            </a:r>
            <a:r>
              <a:rPr lang="en-US" altLang="en-US" sz="2000" smtClean="0"/>
              <a:t>}&gt; </a:t>
            </a:r>
            <a:endParaRPr lang="en-US" altLang="en-US" sz="2000" dirty="0"/>
          </a:p>
          <a:p>
            <a:endParaRPr lang="en-US" altLang="en-US" sz="2400" dirty="0"/>
          </a:p>
          <a:p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GSP Example</a:t>
            </a:r>
            <a:endParaRPr lang="en-US" altLang="en-US"/>
          </a:p>
        </p:txBody>
      </p:sp>
      <p:graphicFrame>
        <p:nvGraphicFramePr>
          <p:cNvPr id="46083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533400" y="1143000"/>
          <a:ext cx="2147888" cy="323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6" name="VISIO" r:id="rId2" imgW="2397125" imgH="3611245" progId="Visio.Drawing.6">
                  <p:embed/>
                </p:oleObj>
              </mc:Choice>
              <mc:Fallback>
                <p:oleObj name="VISIO" r:id="rId2" imgW="2397125" imgH="3611245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143000"/>
                        <a:ext cx="2147888" cy="323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763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438400" y="1981200"/>
          <a:ext cx="3154363" cy="304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7" name="VISIO" r:id="rId4" imgW="3742055" imgH="3611245" progId="Visio.Drawing.6">
                  <p:embed/>
                </p:oleObj>
              </mc:Choice>
              <mc:Fallback>
                <p:oleObj name="VISIO" r:id="rId4" imgW="3742055" imgH="3611245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981200"/>
                        <a:ext cx="3154363" cy="304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ight Arrow 7"/>
          <p:cNvSpPr>
            <a:spLocks noChangeArrowheads="1"/>
          </p:cNvSpPr>
          <p:nvPr/>
        </p:nvSpPr>
        <p:spPr bwMode="auto">
          <a:xfrm>
            <a:off x="381000" y="2362200"/>
            <a:ext cx="533400" cy="22860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9" name="Right Arrow 8"/>
          <p:cNvSpPr>
            <a:spLocks noChangeArrowheads="1"/>
          </p:cNvSpPr>
          <p:nvPr/>
        </p:nvSpPr>
        <p:spPr bwMode="auto">
          <a:xfrm>
            <a:off x="381000" y="3048000"/>
            <a:ext cx="533400" cy="22860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10" name="Right Arrow 9"/>
          <p:cNvSpPr>
            <a:spLocks noChangeArrowheads="1"/>
          </p:cNvSpPr>
          <p:nvPr/>
        </p:nvSpPr>
        <p:spPr bwMode="auto">
          <a:xfrm>
            <a:off x="3124200" y="3733800"/>
            <a:ext cx="533400" cy="22860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11" name="Right Arrow 10"/>
          <p:cNvSpPr>
            <a:spLocks noChangeArrowheads="1"/>
          </p:cNvSpPr>
          <p:nvPr/>
        </p:nvSpPr>
        <p:spPr bwMode="auto">
          <a:xfrm>
            <a:off x="381000" y="2590800"/>
            <a:ext cx="533400" cy="22860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12" name="Right Arrow 11"/>
          <p:cNvSpPr>
            <a:spLocks noChangeArrowheads="1"/>
          </p:cNvSpPr>
          <p:nvPr/>
        </p:nvSpPr>
        <p:spPr bwMode="auto">
          <a:xfrm>
            <a:off x="381000" y="3276600"/>
            <a:ext cx="533400" cy="22860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13" name="Right Arrow 12"/>
          <p:cNvSpPr>
            <a:spLocks noChangeArrowheads="1"/>
          </p:cNvSpPr>
          <p:nvPr/>
        </p:nvSpPr>
        <p:spPr bwMode="auto">
          <a:xfrm>
            <a:off x="3124200" y="3962400"/>
            <a:ext cx="533400" cy="22860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60427" name="Content Placeholder 2"/>
          <p:cNvSpPr>
            <a:spLocks noGrp="1"/>
          </p:cNvSpPr>
          <p:nvPr>
            <p:ph sz="quarter" idx="3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7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GSP Example</a:t>
            </a:r>
            <a:endParaRPr lang="en-US" altLang="en-US"/>
          </a:p>
        </p:txBody>
      </p:sp>
      <p:graphicFrame>
        <p:nvGraphicFramePr>
          <p:cNvPr id="61443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533400" y="1143000"/>
          <a:ext cx="2147888" cy="323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7" name="VISIO" r:id="rId2" imgW="2397125" imgH="3611245" progId="Visio.Drawing.6">
                  <p:embed/>
                </p:oleObj>
              </mc:Choice>
              <mc:Fallback>
                <p:oleObj name="VISIO" r:id="rId2" imgW="2397125" imgH="3611245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143000"/>
                        <a:ext cx="2147888" cy="323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438400" y="1981200"/>
          <a:ext cx="3154363" cy="304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8" name="VISIO" r:id="rId4" imgW="3742055" imgH="3611245" progId="Visio.Drawing.6">
                  <p:embed/>
                </p:oleObj>
              </mc:Choice>
              <mc:Fallback>
                <p:oleObj name="VISIO" r:id="rId4" imgW="3742055" imgH="3611245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981200"/>
                        <a:ext cx="3154363" cy="304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7637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334000" y="2743200"/>
          <a:ext cx="3135313" cy="324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9" name="VISIO" r:id="rId6" imgW="3496310" imgH="3611245" progId="Visio.Drawing.6">
                  <p:embed/>
                </p:oleObj>
              </mc:Choice>
              <mc:Fallback>
                <p:oleObj name="VISIO" r:id="rId6" imgW="3496310" imgH="3611245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743200"/>
                        <a:ext cx="3135313" cy="324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ight Arrow 5"/>
          <p:cNvSpPr>
            <a:spLocks noChangeArrowheads="1"/>
          </p:cNvSpPr>
          <p:nvPr/>
        </p:nvSpPr>
        <p:spPr bwMode="auto">
          <a:xfrm>
            <a:off x="381000" y="2819400"/>
            <a:ext cx="533400" cy="22860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8" name="Right Arrow 7"/>
          <p:cNvSpPr>
            <a:spLocks noChangeArrowheads="1"/>
          </p:cNvSpPr>
          <p:nvPr/>
        </p:nvSpPr>
        <p:spPr bwMode="auto">
          <a:xfrm>
            <a:off x="3124200" y="4191000"/>
            <a:ext cx="533400" cy="22860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9" name="Right Arrow 8"/>
          <p:cNvSpPr>
            <a:spLocks noChangeArrowheads="1"/>
          </p:cNvSpPr>
          <p:nvPr/>
        </p:nvSpPr>
        <p:spPr bwMode="auto">
          <a:xfrm>
            <a:off x="381000" y="3048000"/>
            <a:ext cx="533400" cy="22860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11" name="Right Arrow 10"/>
          <p:cNvSpPr>
            <a:spLocks noChangeArrowheads="1"/>
          </p:cNvSpPr>
          <p:nvPr/>
        </p:nvSpPr>
        <p:spPr bwMode="auto">
          <a:xfrm>
            <a:off x="3124200" y="4419600"/>
            <a:ext cx="533400" cy="22860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12" name="Right Arrow 11"/>
          <p:cNvSpPr>
            <a:spLocks noChangeArrowheads="1"/>
          </p:cNvSpPr>
          <p:nvPr/>
        </p:nvSpPr>
        <p:spPr bwMode="auto">
          <a:xfrm>
            <a:off x="381000" y="3276600"/>
            <a:ext cx="533400" cy="22860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13" name="Right Arrow 12"/>
          <p:cNvSpPr>
            <a:spLocks noChangeArrowheads="1"/>
          </p:cNvSpPr>
          <p:nvPr/>
        </p:nvSpPr>
        <p:spPr bwMode="auto">
          <a:xfrm>
            <a:off x="381000" y="3810000"/>
            <a:ext cx="533400" cy="22860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14" name="Right Arrow 13"/>
          <p:cNvSpPr>
            <a:spLocks noChangeArrowheads="1"/>
          </p:cNvSpPr>
          <p:nvPr/>
        </p:nvSpPr>
        <p:spPr bwMode="auto">
          <a:xfrm>
            <a:off x="3124200" y="4648200"/>
            <a:ext cx="533400" cy="22860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10" name="Right Arrow 9"/>
          <p:cNvSpPr>
            <a:spLocks noChangeArrowheads="1"/>
          </p:cNvSpPr>
          <p:nvPr/>
        </p:nvSpPr>
        <p:spPr bwMode="auto">
          <a:xfrm>
            <a:off x="381000" y="3505200"/>
            <a:ext cx="533400" cy="22860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xit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xit" presetSubtype="1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xit" presetSubtype="1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147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2" animBg="1"/>
      <p:bldP spid="6" grpId="3" animBg="1"/>
      <p:bldP spid="8" grpId="2" animBg="1"/>
      <p:bldP spid="8" grpId="3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3" grpId="2" animBg="1"/>
      <p:bldP spid="13" grpId="3" animBg="1"/>
      <p:bldP spid="14" grpId="0" animBg="1"/>
      <p:bldP spid="14" grpId="1" animBg="1"/>
      <p:bldP spid="10" grpId="0" animBg="1"/>
      <p:bldP spid="10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Timing Constraints (I)</a:t>
            </a:r>
            <a:endParaRPr lang="en-US" altLang="en-US"/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838200" y="1219200"/>
            <a:ext cx="3733800" cy="1752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1400"/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912813" y="1306513"/>
            <a:ext cx="3600450" cy="5191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{A   B}     {C}    {D   E}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2317750" y="2381250"/>
            <a:ext cx="661988" cy="3048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FF"/>
                </a:solidFill>
              </a:rPr>
              <a:t>&lt;= m</a:t>
            </a:r>
            <a:r>
              <a:rPr lang="en-US" altLang="en-US" sz="1400" baseline="-25000">
                <a:solidFill>
                  <a:srgbClr val="0000FF"/>
                </a:solidFill>
              </a:rPr>
              <a:t>s</a:t>
            </a:r>
            <a:endParaRPr lang="en-US" altLang="en-US" sz="1400" baseline="-25000">
              <a:solidFill>
                <a:srgbClr val="0000FF"/>
              </a:solidFill>
            </a:endParaRPr>
          </a:p>
        </p:txBody>
      </p:sp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1639888" y="1828800"/>
            <a:ext cx="608012" cy="3048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FF"/>
                </a:solidFill>
              </a:rPr>
              <a:t>&lt;= x</a:t>
            </a:r>
            <a:r>
              <a:rPr lang="en-US" altLang="en-US" sz="1400" baseline="-25000">
                <a:solidFill>
                  <a:srgbClr val="0000FF"/>
                </a:solidFill>
              </a:rPr>
              <a:t>g</a:t>
            </a:r>
            <a:endParaRPr lang="en-US" altLang="en-US" sz="1400" baseline="-25000">
              <a:solidFill>
                <a:srgbClr val="0000FF"/>
              </a:solidFill>
            </a:endParaRPr>
          </a:p>
        </p:txBody>
      </p:sp>
      <p:sp>
        <p:nvSpPr>
          <p:cNvPr id="62471" name="Text Box 7"/>
          <p:cNvSpPr txBox="1">
            <a:spLocks noChangeArrowheads="1"/>
          </p:cNvSpPr>
          <p:nvPr/>
        </p:nvSpPr>
        <p:spPr bwMode="auto">
          <a:xfrm>
            <a:off x="2952750" y="1828800"/>
            <a:ext cx="514350" cy="3048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FF"/>
                </a:solidFill>
              </a:rPr>
              <a:t> &gt;n</a:t>
            </a:r>
            <a:r>
              <a:rPr lang="en-US" altLang="en-US" sz="1400" baseline="-25000">
                <a:solidFill>
                  <a:srgbClr val="0000FF"/>
                </a:solidFill>
              </a:rPr>
              <a:t>g</a:t>
            </a:r>
            <a:endParaRPr lang="en-US" altLang="en-US" sz="1400" baseline="-25000">
              <a:solidFill>
                <a:srgbClr val="0000FF"/>
              </a:solidFill>
            </a:endParaRPr>
          </a:p>
        </p:txBody>
      </p:sp>
      <p:sp>
        <p:nvSpPr>
          <p:cNvPr id="62472" name="Line 8"/>
          <p:cNvSpPr>
            <a:spLocks noChangeShapeType="1"/>
          </p:cNvSpPr>
          <p:nvPr/>
        </p:nvSpPr>
        <p:spPr bwMode="auto">
          <a:xfrm>
            <a:off x="990600" y="26670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3" name="Line 9"/>
          <p:cNvSpPr>
            <a:spLocks noChangeShapeType="1"/>
          </p:cNvSpPr>
          <p:nvPr/>
        </p:nvSpPr>
        <p:spPr bwMode="auto">
          <a:xfrm flipV="1">
            <a:off x="990600" y="2133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4" name="Line 10"/>
          <p:cNvSpPr>
            <a:spLocks noChangeShapeType="1"/>
          </p:cNvSpPr>
          <p:nvPr/>
        </p:nvSpPr>
        <p:spPr bwMode="auto">
          <a:xfrm flipV="1">
            <a:off x="2971800" y="2127250"/>
            <a:ext cx="5334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5" name="Line 11"/>
          <p:cNvSpPr>
            <a:spLocks noChangeShapeType="1"/>
          </p:cNvSpPr>
          <p:nvPr/>
        </p:nvSpPr>
        <p:spPr bwMode="auto">
          <a:xfrm>
            <a:off x="985838" y="1752600"/>
            <a:ext cx="0" cy="1125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6" name="Line 12"/>
          <p:cNvSpPr>
            <a:spLocks noChangeShapeType="1"/>
          </p:cNvSpPr>
          <p:nvPr/>
        </p:nvSpPr>
        <p:spPr bwMode="auto">
          <a:xfrm flipV="1">
            <a:off x="2971800" y="1839913"/>
            <a:ext cx="0" cy="519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7" name="Line 13"/>
          <p:cNvSpPr>
            <a:spLocks noChangeShapeType="1"/>
          </p:cNvSpPr>
          <p:nvPr/>
        </p:nvSpPr>
        <p:spPr bwMode="auto">
          <a:xfrm>
            <a:off x="4343400" y="1752600"/>
            <a:ext cx="0" cy="1125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8" name="Text Box 14"/>
          <p:cNvSpPr txBox="1">
            <a:spLocks noChangeArrowheads="1"/>
          </p:cNvSpPr>
          <p:nvPr/>
        </p:nvSpPr>
        <p:spPr bwMode="auto">
          <a:xfrm>
            <a:off x="5410200" y="1420813"/>
            <a:ext cx="3124200" cy="124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g</a:t>
            </a:r>
            <a:r>
              <a:rPr lang="en-US" altLang="en-US" sz="1800"/>
              <a:t>: max-gap</a:t>
            </a:r>
            <a:endParaRPr lang="en-US" altLang="en-US" sz="1800"/>
          </a:p>
          <a:p>
            <a:pPr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/>
              <a:t>n</a:t>
            </a:r>
            <a:r>
              <a:rPr lang="en-US" altLang="en-US" sz="1800" baseline="-25000"/>
              <a:t>g</a:t>
            </a:r>
            <a:r>
              <a:rPr lang="en-US" altLang="en-US" sz="1800"/>
              <a:t>: min-gap</a:t>
            </a:r>
            <a:endParaRPr lang="en-US" altLang="en-US" sz="1800"/>
          </a:p>
          <a:p>
            <a:pPr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/>
              <a:t>m</a:t>
            </a:r>
            <a:r>
              <a:rPr lang="en-US" altLang="en-US" sz="1800" baseline="-25000"/>
              <a:t>s</a:t>
            </a:r>
            <a:r>
              <a:rPr lang="en-US" altLang="en-US" sz="1800"/>
              <a:t>: maximum span</a:t>
            </a:r>
            <a:endParaRPr lang="en-US" altLang="en-US" sz="1800"/>
          </a:p>
        </p:txBody>
      </p:sp>
      <p:graphicFrame>
        <p:nvGraphicFramePr>
          <p:cNvPr id="1478671" name="Group 15"/>
          <p:cNvGraphicFramePr>
            <a:graphicFrameLocks noGrp="1"/>
          </p:cNvGraphicFramePr>
          <p:nvPr>
            <p:ph idx="1"/>
          </p:nvPr>
        </p:nvGraphicFramePr>
        <p:xfrm>
          <a:off x="411163" y="3810000"/>
          <a:ext cx="8318500" cy="2514602"/>
        </p:xfrm>
        <a:graphic>
          <a:graphicData uri="http://schemas.openxmlformats.org/drawingml/2006/table">
            <a:tbl>
              <a:tblPr/>
              <a:tblGrid>
                <a:gridCol w="3568700"/>
                <a:gridCol w="2763837"/>
                <a:gridCol w="1985963"/>
              </a:tblGrid>
              <a:tr h="503238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 sequence, d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Sequential Pattern, s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 contains s?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238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{2,4} {3,5,6} {4,7} {4,5} {8} 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{6} {5} 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65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{1} {2} {3} {4} {5}&gt;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{1} {4} 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sym typeface="Marlett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238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{1} {2,3} {3,4} {4,5}&gt;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{2} {3} {5} &gt; 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sym typeface="Marlett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238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{1,2} {3} {2,3} {3,4} {2,4} {4,5}&gt;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{1,2} {5} 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sym typeface="Marlett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2505" name="Text Box 41"/>
          <p:cNvSpPr txBox="1">
            <a:spLocks noChangeArrowheads="1"/>
          </p:cNvSpPr>
          <p:nvPr/>
        </p:nvSpPr>
        <p:spPr bwMode="auto">
          <a:xfrm>
            <a:off x="381000" y="3200400"/>
            <a:ext cx="7848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g</a:t>
            </a:r>
            <a:r>
              <a:rPr lang="en-US" altLang="en-US" sz="1800"/>
              <a:t> = 2, n</a:t>
            </a:r>
            <a:r>
              <a:rPr lang="en-US" altLang="en-US" sz="1800" baseline="-25000"/>
              <a:t>g</a:t>
            </a:r>
            <a:r>
              <a:rPr lang="en-US" altLang="en-US" sz="1800"/>
              <a:t> = 0, m</a:t>
            </a:r>
            <a:r>
              <a:rPr lang="en-US" altLang="en-US" sz="1800" baseline="-25000"/>
              <a:t>s</a:t>
            </a:r>
            <a:r>
              <a:rPr lang="en-US" altLang="en-US" sz="1800"/>
              <a:t>= 4</a:t>
            </a:r>
            <a:endParaRPr lang="en-US" altLang="en-US" sz="1800"/>
          </a:p>
        </p:txBody>
      </p:sp>
      <p:sp>
        <p:nvSpPr>
          <p:cNvPr id="62506" name="Line 42"/>
          <p:cNvSpPr>
            <a:spLocks noChangeShapeType="1"/>
          </p:cNvSpPr>
          <p:nvPr/>
        </p:nvSpPr>
        <p:spPr bwMode="auto">
          <a:xfrm flipV="1">
            <a:off x="3505200" y="1828800"/>
            <a:ext cx="0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78699" name="Text Box 43"/>
          <p:cNvSpPr txBox="1">
            <a:spLocks noChangeArrowheads="1"/>
          </p:cNvSpPr>
          <p:nvPr/>
        </p:nvSpPr>
        <p:spPr bwMode="auto">
          <a:xfrm>
            <a:off x="7391400" y="43434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Yes</a:t>
            </a:r>
            <a:endParaRPr lang="en-US" altLang="en-US" sz="1800" b="0"/>
          </a:p>
        </p:txBody>
      </p:sp>
      <p:sp>
        <p:nvSpPr>
          <p:cNvPr id="1478700" name="Text Box 44"/>
          <p:cNvSpPr txBox="1">
            <a:spLocks noChangeArrowheads="1"/>
          </p:cNvSpPr>
          <p:nvPr/>
        </p:nvSpPr>
        <p:spPr bwMode="auto">
          <a:xfrm>
            <a:off x="7391400" y="54102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Yes</a:t>
            </a:r>
            <a:endParaRPr lang="en-US" altLang="en-US" sz="1800" b="0"/>
          </a:p>
        </p:txBody>
      </p:sp>
      <p:sp>
        <p:nvSpPr>
          <p:cNvPr id="1478701" name="Text Box 45"/>
          <p:cNvSpPr txBox="1">
            <a:spLocks noChangeArrowheads="1"/>
          </p:cNvSpPr>
          <p:nvPr/>
        </p:nvSpPr>
        <p:spPr bwMode="auto">
          <a:xfrm>
            <a:off x="7467600" y="58816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No</a:t>
            </a:r>
            <a:endParaRPr lang="en-US" altLang="en-US" sz="1800" b="0"/>
          </a:p>
        </p:txBody>
      </p:sp>
      <p:sp>
        <p:nvSpPr>
          <p:cNvPr id="1478702" name="Text Box 46"/>
          <p:cNvSpPr txBox="1">
            <a:spLocks noChangeArrowheads="1"/>
          </p:cNvSpPr>
          <p:nvPr/>
        </p:nvSpPr>
        <p:spPr bwMode="auto">
          <a:xfrm>
            <a:off x="7467600" y="48768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No</a:t>
            </a:r>
            <a:endParaRPr lang="en-US" altLang="en-US" sz="18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8699" grpId="0"/>
      <p:bldP spid="1478700" grpId="0"/>
      <p:bldP spid="1478701" grpId="0"/>
      <p:bldP spid="147870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Mining Sequential Patterns with Timing Constraints</a:t>
            </a:r>
            <a:endParaRPr lang="en-US" altLang="en-US" sz="240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Approach 1:</a:t>
            </a:r>
            <a:endParaRPr lang="en-US" altLang="en-US"/>
          </a:p>
          <a:p>
            <a:pPr lvl="1"/>
            <a:r>
              <a:rPr lang="en-US" altLang="en-US"/>
              <a:t>Mine sequential patterns without timing constraints</a:t>
            </a:r>
            <a:endParaRPr lang="en-US" altLang="en-US"/>
          </a:p>
          <a:p>
            <a:pPr lvl="1"/>
            <a:r>
              <a:rPr lang="en-US" altLang="en-US"/>
              <a:t>Postprocess the discovered patterns</a:t>
            </a:r>
            <a:endParaRPr lang="en-US" altLang="en-US"/>
          </a:p>
          <a:p>
            <a:pPr lvl="1"/>
            <a:endParaRPr lang="en-US" altLang="en-US"/>
          </a:p>
          <a:p>
            <a:r>
              <a:rPr lang="en-US" altLang="en-US"/>
              <a:t>Approach 2:</a:t>
            </a:r>
            <a:endParaRPr lang="en-US" altLang="en-US"/>
          </a:p>
          <a:p>
            <a:pPr lvl="1"/>
            <a:r>
              <a:rPr lang="en-US" altLang="en-US"/>
              <a:t>Modify GSP to directly prune candidates that violate timing constraints</a:t>
            </a:r>
            <a:endParaRPr lang="en-US" altLang="en-US"/>
          </a:p>
          <a:p>
            <a:pPr lvl="1"/>
            <a:r>
              <a:rPr lang="en-US" altLang="en-US"/>
              <a:t>Question: </a:t>
            </a:r>
            <a:endParaRPr lang="en-US" altLang="en-US"/>
          </a:p>
          <a:p>
            <a:pPr lvl="2"/>
            <a:r>
              <a:rPr lang="en-US" altLang="en-US"/>
              <a:t> Does Apriori principle still hold?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Apriori Principle for Sequence Data</a:t>
            </a:r>
            <a:endParaRPr lang="en-US" altLang="en-US"/>
          </a:p>
        </p:txBody>
      </p:sp>
      <p:pic>
        <p:nvPicPr>
          <p:cNvPr id="64515" name="Picture 3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592263"/>
            <a:ext cx="4267200" cy="3894137"/>
          </a:xfrm>
          <a:noFill/>
        </p:spPr>
      </p:pic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5181600" y="1524000"/>
            <a:ext cx="3581400" cy="267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/>
              <a:t>Suppose:    	</a:t>
            </a:r>
            <a:endParaRPr lang="en-US" altLang="en-US" sz="1800" b="0"/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/>
              <a:t>	x</a:t>
            </a:r>
            <a:r>
              <a:rPr lang="en-US" altLang="en-US" sz="1800" b="0" baseline="-25000"/>
              <a:t>g</a:t>
            </a:r>
            <a:r>
              <a:rPr lang="en-US" altLang="en-US" sz="1800" b="0"/>
              <a:t> = 1 (max-gap)</a:t>
            </a:r>
            <a:endParaRPr lang="en-US" altLang="en-US" sz="1800" b="0"/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/>
              <a:t>	n</a:t>
            </a:r>
            <a:r>
              <a:rPr lang="en-US" altLang="en-US" sz="1800" b="0" baseline="-25000"/>
              <a:t>g</a:t>
            </a:r>
            <a:r>
              <a:rPr lang="en-US" altLang="en-US" sz="1800" b="0"/>
              <a:t> = 0 (min-gap)</a:t>
            </a:r>
            <a:endParaRPr lang="en-US" altLang="en-US" sz="1800" b="0"/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/>
              <a:t>	m</a:t>
            </a:r>
            <a:r>
              <a:rPr lang="en-US" altLang="en-US" sz="1800" b="0" baseline="-25000"/>
              <a:t>s</a:t>
            </a:r>
            <a:r>
              <a:rPr lang="en-US" altLang="en-US" sz="1800" b="0"/>
              <a:t> = 5 (maximum span)</a:t>
            </a:r>
            <a:endParaRPr lang="en-US" altLang="en-US" sz="1800" b="0"/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 i="1"/>
              <a:t>	minsup </a:t>
            </a:r>
            <a:r>
              <a:rPr lang="en-US" altLang="en-US" sz="1800" b="0"/>
              <a:t>= 60%</a:t>
            </a:r>
            <a:endParaRPr lang="en-US" altLang="en-US" sz="1800" b="0" i="1"/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endParaRPr lang="en-US" altLang="en-US" sz="1800" b="0"/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/>
              <a:t>&lt;{2} {5}&gt;   support = 40%</a:t>
            </a:r>
            <a:endParaRPr lang="en-US" altLang="en-US" sz="1800" b="0"/>
          </a:p>
        </p:txBody>
      </p:sp>
      <p:sp>
        <p:nvSpPr>
          <p:cNvPr id="1480709" name="Text Box 5"/>
          <p:cNvSpPr txBox="1">
            <a:spLocks noChangeArrowheads="1"/>
          </p:cNvSpPr>
          <p:nvPr/>
        </p:nvSpPr>
        <p:spPr bwMode="auto">
          <a:xfrm>
            <a:off x="4038600" y="5715000"/>
            <a:ext cx="4800600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Problem exists because of max-gap constraint</a:t>
            </a:r>
            <a:endParaRPr lang="en-US" altLang="en-US" sz="14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No such problem if max-gap is infinite</a:t>
            </a:r>
            <a:endParaRPr lang="en-US" altLang="en-US" sz="1400"/>
          </a:p>
        </p:txBody>
      </p:sp>
      <p:sp>
        <p:nvSpPr>
          <p:cNvPr id="1480710" name="Text Box 6"/>
          <p:cNvSpPr txBox="1">
            <a:spLocks noChangeArrowheads="1"/>
          </p:cNvSpPr>
          <p:nvPr/>
        </p:nvSpPr>
        <p:spPr bwMode="auto">
          <a:xfrm>
            <a:off x="5181600" y="4202113"/>
            <a:ext cx="3581400" cy="75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/>
              <a:t>	but</a:t>
            </a:r>
            <a:endParaRPr lang="en-US" altLang="en-US" sz="1800" b="0"/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/>
              <a:t>&lt;{2} {3} {5}&gt;   support = 60%</a:t>
            </a:r>
            <a:endParaRPr lang="en-US" altLang="en-US" sz="18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0709" grpId="0"/>
      <p:bldP spid="148071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Contiguous Subsequences</a:t>
            </a:r>
            <a:endParaRPr lang="en-US" alt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r>
              <a:rPr lang="en-US" altLang="en-US" sz="2400"/>
              <a:t>s is a contiguous subsequence of </a:t>
            </a:r>
            <a:br>
              <a:rPr lang="en-US" altLang="en-US" sz="2400"/>
            </a:br>
            <a:r>
              <a:rPr lang="en-US" altLang="en-US" sz="2400"/>
              <a:t>	</a:t>
            </a:r>
            <a:r>
              <a:rPr lang="en-US" altLang="en-US" sz="2000"/>
              <a:t>w = &lt;e</a:t>
            </a:r>
            <a:r>
              <a:rPr lang="en-US" altLang="en-US" sz="2000" baseline="-25000"/>
              <a:t>1</a:t>
            </a:r>
            <a:r>
              <a:rPr lang="en-US" altLang="en-US" sz="2000"/>
              <a:t>&gt;&lt; e</a:t>
            </a:r>
            <a:r>
              <a:rPr lang="en-US" altLang="en-US" sz="2000" baseline="-25000"/>
              <a:t>2</a:t>
            </a:r>
            <a:r>
              <a:rPr lang="en-US" altLang="en-US" sz="2000"/>
              <a:t>&gt;…&lt; e</a:t>
            </a:r>
            <a:r>
              <a:rPr lang="en-US" altLang="en-US" sz="2000" baseline="-25000"/>
              <a:t>k</a:t>
            </a:r>
            <a:r>
              <a:rPr lang="en-US" altLang="en-US" sz="2000"/>
              <a:t>&gt; </a:t>
            </a:r>
            <a:br>
              <a:rPr lang="en-US" altLang="en-US" sz="2000"/>
            </a:br>
            <a:r>
              <a:rPr lang="en-US" altLang="en-US" sz="2400"/>
              <a:t>if any of the following conditions hold:</a:t>
            </a:r>
            <a:endParaRPr lang="en-US" altLang="en-US" sz="2400"/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altLang="en-US" sz="2000"/>
              <a:t>s is obtained from w by deleting an item from either </a:t>
            </a:r>
            <a:r>
              <a:rPr lang="en-US" altLang="en-US" sz="1800"/>
              <a:t>e</a:t>
            </a:r>
            <a:r>
              <a:rPr lang="en-US" altLang="en-US" sz="1800" baseline="-25000"/>
              <a:t>1</a:t>
            </a:r>
            <a:r>
              <a:rPr lang="en-US" altLang="en-US" sz="2000"/>
              <a:t> or </a:t>
            </a:r>
            <a:r>
              <a:rPr lang="en-US" altLang="en-US" sz="1800"/>
              <a:t>e</a:t>
            </a:r>
            <a:r>
              <a:rPr lang="en-US" altLang="en-US" sz="1800" baseline="-25000"/>
              <a:t>k</a:t>
            </a:r>
            <a:endParaRPr lang="en-US" altLang="en-US" sz="2000"/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altLang="en-US" sz="2000"/>
              <a:t>s is obtained from w by deleting an item from any element </a:t>
            </a:r>
            <a:r>
              <a:rPr lang="en-US" altLang="en-US" sz="1800"/>
              <a:t>e</a:t>
            </a:r>
            <a:r>
              <a:rPr lang="en-US" altLang="en-US" sz="1800" baseline="-25000"/>
              <a:t>i</a:t>
            </a:r>
            <a:r>
              <a:rPr lang="en-US" altLang="en-US" sz="2000"/>
              <a:t> that contains at least 2 items</a:t>
            </a:r>
            <a:endParaRPr lang="en-US" altLang="en-US" sz="2000"/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altLang="en-US" sz="2000"/>
              <a:t>s is a contiguous subsequence of s’ and s’ is a contiguous subsequence of w (recursive definition)</a:t>
            </a:r>
            <a:endParaRPr lang="en-US" altLang="en-US" sz="2000"/>
          </a:p>
          <a:p>
            <a:pPr marL="2209800" lvl="4" indent="-381000"/>
            <a:endParaRPr lang="en-US" altLang="en-US" sz="800"/>
          </a:p>
          <a:p>
            <a:pPr marL="533400" indent="-533400"/>
            <a:r>
              <a:rPr lang="en-US" altLang="en-US" sz="2400"/>
              <a:t>Examples: s = &lt; {1} {2} &gt; </a:t>
            </a:r>
            <a:endParaRPr lang="en-US" altLang="en-US" sz="2400"/>
          </a:p>
          <a:p>
            <a:pPr marL="914400" lvl="1" indent="-457200"/>
            <a:r>
              <a:rPr lang="en-US" altLang="en-US" sz="2000"/>
              <a:t>is a contiguous subsequence of </a:t>
            </a:r>
            <a:br>
              <a:rPr lang="en-US" altLang="en-US" sz="2000"/>
            </a:br>
            <a:r>
              <a:rPr lang="en-US" altLang="en-US" sz="2000"/>
              <a:t>      &lt; {1} {2 3}&gt;, &lt; {1 2} {2} {3}&gt;, and &lt; {3 4} {1 2} {2 3} {4} &gt;  </a:t>
            </a:r>
            <a:endParaRPr lang="en-US" altLang="en-US" sz="2000"/>
          </a:p>
          <a:p>
            <a:pPr marL="914400" lvl="1" indent="-457200"/>
            <a:r>
              <a:rPr lang="en-US" altLang="en-US" sz="2000"/>
              <a:t>is not a contiguous subsequence of</a:t>
            </a:r>
            <a:br>
              <a:rPr lang="en-US" altLang="en-US" sz="2000"/>
            </a:br>
            <a:r>
              <a:rPr lang="en-US" altLang="en-US" sz="2000"/>
              <a:t>      &lt; {1} {3} {2}&gt; and &lt; {2} {1} {3} {2}&gt;</a:t>
            </a:r>
            <a:endParaRPr lang="en-US" altLang="en-US" sz="2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Modified Candidate Pruning Step</a:t>
            </a:r>
            <a:endParaRPr lang="en-US" alt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Without maxgap constraint:</a:t>
            </a:r>
            <a:endParaRPr lang="en-US" altLang="en-US"/>
          </a:p>
          <a:p>
            <a:pPr lvl="1"/>
            <a:r>
              <a:rPr lang="en-US" altLang="en-US"/>
              <a:t>A candidate k-sequence is pruned if at least one of its (k-1)-subsequences is infrequent</a:t>
            </a:r>
            <a:endParaRPr lang="en-US" altLang="en-US"/>
          </a:p>
          <a:p>
            <a:pPr lvl="1"/>
            <a:endParaRPr lang="en-US" altLang="en-US"/>
          </a:p>
          <a:p>
            <a:r>
              <a:rPr lang="en-US" altLang="en-US"/>
              <a:t>With maxgap constraint:</a:t>
            </a:r>
            <a:endParaRPr lang="en-US" altLang="en-US"/>
          </a:p>
          <a:p>
            <a:pPr lvl="1"/>
            <a:r>
              <a:rPr lang="en-US" altLang="en-US"/>
              <a:t>A candidate </a:t>
            </a:r>
            <a:r>
              <a:rPr lang="en-US" altLang="en-US" i="1"/>
              <a:t>k</a:t>
            </a:r>
            <a:r>
              <a:rPr lang="en-US" altLang="en-US"/>
              <a:t>-sequence is pruned if at least one of its </a:t>
            </a:r>
            <a:r>
              <a:rPr lang="en-US" altLang="en-US" b="1"/>
              <a:t>contiguous</a:t>
            </a:r>
            <a:r>
              <a:rPr lang="en-US" altLang="en-US"/>
              <a:t> (</a:t>
            </a:r>
            <a:r>
              <a:rPr lang="en-US" altLang="en-US" i="1"/>
              <a:t>k-1</a:t>
            </a:r>
            <a:r>
              <a:rPr lang="en-US" altLang="en-US"/>
              <a:t>)-subsequences is infrequent</a:t>
            </a:r>
            <a:endParaRPr lang="en-US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Timing Constraints (II)</a:t>
            </a:r>
            <a:endParaRPr lang="en-US" altLang="en-US"/>
          </a:p>
        </p:txBody>
      </p:sp>
      <p:grpSp>
        <p:nvGrpSpPr>
          <p:cNvPr id="67587" name="Group 3"/>
          <p:cNvGrpSpPr/>
          <p:nvPr/>
        </p:nvGrpSpPr>
        <p:grpSpPr bwMode="auto">
          <a:xfrm>
            <a:off x="838200" y="1371600"/>
            <a:ext cx="3733800" cy="1752600"/>
            <a:chOff x="528" y="1248"/>
            <a:chExt cx="2352" cy="1104"/>
          </a:xfrm>
        </p:grpSpPr>
        <p:sp>
          <p:nvSpPr>
            <p:cNvPr id="56348" name="Rectangle 4"/>
            <p:cNvSpPr>
              <a:spLocks noChangeArrowheads="1"/>
            </p:cNvSpPr>
            <p:nvPr/>
          </p:nvSpPr>
          <p:spPr bwMode="auto">
            <a:xfrm>
              <a:off x="528" y="1248"/>
              <a:ext cx="2352" cy="110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</a:ln>
            <a:effectLst>
              <a:outerShdw blurRad="63500" dist="10776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en-US" altLang="en-US" sz="1400"/>
            </a:p>
          </p:txBody>
        </p:sp>
        <p:sp>
          <p:nvSpPr>
            <p:cNvPr id="67613" name="Text Box 5"/>
            <p:cNvSpPr txBox="1">
              <a:spLocks noChangeArrowheads="1"/>
            </p:cNvSpPr>
            <p:nvPr/>
          </p:nvSpPr>
          <p:spPr bwMode="auto">
            <a:xfrm>
              <a:off x="575" y="1303"/>
              <a:ext cx="2268" cy="327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{A   B}     {C}    {D   E}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7614" name="Text Box 6"/>
            <p:cNvSpPr txBox="1">
              <a:spLocks noChangeArrowheads="1"/>
            </p:cNvSpPr>
            <p:nvPr/>
          </p:nvSpPr>
          <p:spPr bwMode="auto">
            <a:xfrm>
              <a:off x="1460" y="1980"/>
              <a:ext cx="417" cy="192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5000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FF"/>
                  </a:solidFill>
                </a:rPr>
                <a:t>&lt;= m</a:t>
              </a:r>
              <a:r>
                <a:rPr lang="en-US" altLang="en-US" sz="1400" baseline="-25000">
                  <a:solidFill>
                    <a:srgbClr val="0000FF"/>
                  </a:solidFill>
                </a:rPr>
                <a:t>s</a:t>
              </a:r>
              <a:endParaRPr lang="en-US" altLang="en-US" sz="1400" baseline="-25000">
                <a:solidFill>
                  <a:srgbClr val="0000FF"/>
                </a:solidFill>
              </a:endParaRPr>
            </a:p>
          </p:txBody>
        </p:sp>
        <p:sp>
          <p:nvSpPr>
            <p:cNvPr id="67615" name="Text Box 7"/>
            <p:cNvSpPr txBox="1">
              <a:spLocks noChangeArrowheads="1"/>
            </p:cNvSpPr>
            <p:nvPr/>
          </p:nvSpPr>
          <p:spPr bwMode="auto">
            <a:xfrm>
              <a:off x="1033" y="1632"/>
              <a:ext cx="383" cy="192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5000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FF"/>
                  </a:solidFill>
                </a:rPr>
                <a:t>&lt;= x</a:t>
              </a:r>
              <a:r>
                <a:rPr lang="en-US" altLang="en-US" sz="1400" baseline="-25000">
                  <a:solidFill>
                    <a:srgbClr val="0000FF"/>
                  </a:solidFill>
                </a:rPr>
                <a:t>g</a:t>
              </a:r>
              <a:endParaRPr lang="en-US" altLang="en-US" sz="1400" baseline="-25000">
                <a:solidFill>
                  <a:srgbClr val="0000FF"/>
                </a:solidFill>
              </a:endParaRPr>
            </a:p>
          </p:txBody>
        </p:sp>
        <p:sp>
          <p:nvSpPr>
            <p:cNvPr id="67616" name="Text Box 8"/>
            <p:cNvSpPr txBox="1">
              <a:spLocks noChangeArrowheads="1"/>
            </p:cNvSpPr>
            <p:nvPr/>
          </p:nvSpPr>
          <p:spPr bwMode="auto">
            <a:xfrm>
              <a:off x="1860" y="1632"/>
              <a:ext cx="324" cy="192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FF"/>
                  </a:solidFill>
                </a:rPr>
                <a:t> &gt;n</a:t>
              </a:r>
              <a:r>
                <a:rPr lang="en-US" altLang="en-US" sz="1400" baseline="-25000">
                  <a:solidFill>
                    <a:srgbClr val="0000FF"/>
                  </a:solidFill>
                </a:rPr>
                <a:t>g</a:t>
              </a:r>
              <a:endParaRPr lang="en-US" altLang="en-US" sz="1400" baseline="-25000">
                <a:solidFill>
                  <a:srgbClr val="0000FF"/>
                </a:solidFill>
              </a:endParaRPr>
            </a:p>
          </p:txBody>
        </p:sp>
        <p:sp>
          <p:nvSpPr>
            <p:cNvPr id="67617" name="Text Box 9"/>
            <p:cNvSpPr txBox="1">
              <a:spLocks noChangeArrowheads="1"/>
            </p:cNvSpPr>
            <p:nvPr/>
          </p:nvSpPr>
          <p:spPr bwMode="auto">
            <a:xfrm>
              <a:off x="2262" y="1644"/>
              <a:ext cx="426" cy="192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FF"/>
                  </a:solidFill>
                </a:rPr>
                <a:t>&lt;= ws</a:t>
              </a: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67618" name="Line 10"/>
            <p:cNvSpPr>
              <a:spLocks noChangeShapeType="1"/>
            </p:cNvSpPr>
            <p:nvPr/>
          </p:nvSpPr>
          <p:spPr bwMode="auto">
            <a:xfrm>
              <a:off x="624" y="2160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9" name="Line 11"/>
            <p:cNvSpPr>
              <a:spLocks noChangeShapeType="1"/>
            </p:cNvSpPr>
            <p:nvPr/>
          </p:nvSpPr>
          <p:spPr bwMode="auto">
            <a:xfrm flipV="1">
              <a:off x="624" y="1824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20" name="Line 12"/>
            <p:cNvSpPr>
              <a:spLocks noChangeShapeType="1"/>
            </p:cNvSpPr>
            <p:nvPr/>
          </p:nvSpPr>
          <p:spPr bwMode="auto">
            <a:xfrm flipV="1">
              <a:off x="1872" y="1820"/>
              <a:ext cx="336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21" name="Line 13"/>
            <p:cNvSpPr>
              <a:spLocks noChangeShapeType="1"/>
            </p:cNvSpPr>
            <p:nvPr/>
          </p:nvSpPr>
          <p:spPr bwMode="auto">
            <a:xfrm flipV="1">
              <a:off x="2208" y="18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22" name="Line 14"/>
            <p:cNvSpPr>
              <a:spLocks noChangeShapeType="1"/>
            </p:cNvSpPr>
            <p:nvPr/>
          </p:nvSpPr>
          <p:spPr bwMode="auto">
            <a:xfrm>
              <a:off x="621" y="1584"/>
              <a:ext cx="0" cy="7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23" name="Line 15"/>
            <p:cNvSpPr>
              <a:spLocks noChangeShapeType="1"/>
            </p:cNvSpPr>
            <p:nvPr/>
          </p:nvSpPr>
          <p:spPr bwMode="auto">
            <a:xfrm flipV="1">
              <a:off x="1872" y="1639"/>
              <a:ext cx="0" cy="3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24" name="Line 16"/>
            <p:cNvSpPr>
              <a:spLocks noChangeShapeType="1"/>
            </p:cNvSpPr>
            <p:nvPr/>
          </p:nvSpPr>
          <p:spPr bwMode="auto">
            <a:xfrm flipV="1">
              <a:off x="2208" y="1639"/>
              <a:ext cx="0" cy="3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25" name="Line 17"/>
            <p:cNvSpPr>
              <a:spLocks noChangeShapeType="1"/>
            </p:cNvSpPr>
            <p:nvPr/>
          </p:nvSpPr>
          <p:spPr bwMode="auto">
            <a:xfrm>
              <a:off x="2736" y="1584"/>
              <a:ext cx="0" cy="7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7588" name="Text Box 18"/>
          <p:cNvSpPr txBox="1">
            <a:spLocks noChangeArrowheads="1"/>
          </p:cNvSpPr>
          <p:nvPr/>
        </p:nvSpPr>
        <p:spPr bwMode="auto">
          <a:xfrm>
            <a:off x="5410200" y="1295400"/>
            <a:ext cx="3124200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g</a:t>
            </a:r>
            <a:r>
              <a:rPr lang="en-US" altLang="en-US" sz="1800"/>
              <a:t>: max-gap</a:t>
            </a:r>
            <a:endParaRPr lang="en-US" altLang="en-US" sz="1800"/>
          </a:p>
          <a:p>
            <a:pPr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/>
              <a:t>n</a:t>
            </a:r>
            <a:r>
              <a:rPr lang="en-US" altLang="en-US" sz="1800" baseline="-25000"/>
              <a:t>g</a:t>
            </a:r>
            <a:r>
              <a:rPr lang="en-US" altLang="en-US" sz="1800"/>
              <a:t>: min-gap</a:t>
            </a:r>
            <a:endParaRPr lang="en-US" altLang="en-US" sz="1800"/>
          </a:p>
          <a:p>
            <a:pPr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ws: window size</a:t>
            </a:r>
            <a:endParaRPr lang="en-US" altLang="en-US" sz="1800">
              <a:solidFill>
                <a:srgbClr val="FF0000"/>
              </a:solidFill>
            </a:endParaRPr>
          </a:p>
          <a:p>
            <a:pPr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/>
              <a:t>m</a:t>
            </a:r>
            <a:r>
              <a:rPr lang="en-US" altLang="en-US" sz="1800" baseline="-25000"/>
              <a:t>s</a:t>
            </a:r>
            <a:r>
              <a:rPr lang="en-US" altLang="en-US" sz="1800"/>
              <a:t>: maximum span</a:t>
            </a:r>
            <a:endParaRPr lang="en-US" altLang="en-US" sz="1800"/>
          </a:p>
        </p:txBody>
      </p:sp>
      <p:graphicFrame>
        <p:nvGraphicFramePr>
          <p:cNvPr id="1483795" name="Group 19"/>
          <p:cNvGraphicFramePr>
            <a:graphicFrameLocks noGrp="1"/>
          </p:cNvGraphicFramePr>
          <p:nvPr>
            <p:ph sz="half" idx="4294967295"/>
          </p:nvPr>
        </p:nvGraphicFramePr>
        <p:xfrm>
          <a:off x="381000" y="4176713"/>
          <a:ext cx="8348663" cy="1828800"/>
        </p:xfrm>
        <a:graphic>
          <a:graphicData uri="http://schemas.openxmlformats.org/drawingml/2006/table">
            <a:tbl>
              <a:tblPr/>
              <a:tblGrid>
                <a:gridCol w="3581400"/>
                <a:gridCol w="2773363"/>
                <a:gridCol w="1993900"/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 sequence, d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Sequential Pattern, s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 contains s?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{2,4} {3,5,6} {4,7} {4,5} {8} 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{3,4,5}&gt;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Marlett" charset="2"/>
                        </a:rPr>
                        <a:t>Yes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{1} {2} {3} {4} {5}&gt;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{1,2} {3,4} &gt; 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Marlett" charset="2"/>
                        </a:rPr>
                        <a:t>No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sym typeface="Marlett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{1,2} {2,3} {3,4} {4,5}&gt;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&lt; {1,2} {3,4} &gt;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Marlett" charset="2"/>
                        </a:rPr>
                        <a:t>Yes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sym typeface="Marlett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611" name="Text Box 41"/>
          <p:cNvSpPr txBox="1">
            <a:spLocks noChangeArrowheads="1"/>
          </p:cNvSpPr>
          <p:nvPr/>
        </p:nvSpPr>
        <p:spPr bwMode="auto">
          <a:xfrm>
            <a:off x="457200" y="3657600"/>
            <a:ext cx="7848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g</a:t>
            </a:r>
            <a:r>
              <a:rPr lang="en-US" altLang="en-US" sz="1800"/>
              <a:t> = 2, n</a:t>
            </a:r>
            <a:r>
              <a:rPr lang="en-US" altLang="en-US" sz="1800" baseline="-25000"/>
              <a:t>g</a:t>
            </a:r>
            <a:r>
              <a:rPr lang="en-US" altLang="en-US" sz="1800"/>
              <a:t> = 0, </a:t>
            </a:r>
            <a:r>
              <a:rPr lang="en-US" altLang="en-US" sz="1800">
                <a:solidFill>
                  <a:srgbClr val="FF0000"/>
                </a:solidFill>
              </a:rPr>
              <a:t>ws = 1</a:t>
            </a:r>
            <a:r>
              <a:rPr lang="en-US" altLang="en-US" sz="1800"/>
              <a:t>, m</a:t>
            </a:r>
            <a:r>
              <a:rPr lang="en-US" altLang="en-US" sz="1800" baseline="-25000"/>
              <a:t>s</a:t>
            </a:r>
            <a:r>
              <a:rPr lang="en-US" altLang="en-US" sz="1800"/>
              <a:t>= 5</a:t>
            </a:r>
            <a:endParaRPr lang="en-US" altLang="en-US" sz="18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Modified Support Counting Step</a:t>
            </a:r>
            <a:endParaRPr lang="en-US" alt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Given a candidate sequential pattern: &lt;{a, c}&gt;</a:t>
            </a:r>
            <a:endParaRPr lang="en-US" altLang="en-US"/>
          </a:p>
          <a:p>
            <a:pPr lvl="1"/>
            <a:r>
              <a:rPr lang="en-US" altLang="en-US"/>
              <a:t>Any data sequences that contain </a:t>
            </a:r>
            <a:endParaRPr lang="en-US" altLang="en-US"/>
          </a:p>
          <a:p>
            <a:pPr lvl="4"/>
            <a:endParaRPr lang="en-US" altLang="en-US" sz="800"/>
          </a:p>
          <a:p>
            <a:pPr lvl="1">
              <a:buFont typeface="Arial" panose="020B0604020202020204" pitchFamily="34" charset="0"/>
              <a:buNone/>
            </a:pPr>
            <a:r>
              <a:rPr lang="en-US" altLang="en-US"/>
              <a:t>	&lt;… {a c} … &gt;,</a:t>
            </a:r>
            <a:br>
              <a:rPr lang="en-US" altLang="en-US"/>
            </a:br>
            <a:r>
              <a:rPr lang="en-US" altLang="en-US"/>
              <a:t>&lt;… {a} … {c}…&gt;   ( where time({c}) – time({a})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en-US"/>
              <a:t> ws) </a:t>
            </a:r>
            <a:br>
              <a:rPr lang="en-US" altLang="en-US"/>
            </a:br>
            <a:r>
              <a:rPr lang="en-US" altLang="en-US"/>
              <a:t>&lt;…{c} … {a} …&gt;   (where time({a}) – time({c})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en-US"/>
              <a:t> ws)</a:t>
            </a:r>
            <a:endParaRPr lang="en-US" altLang="en-US"/>
          </a:p>
          <a:p>
            <a:pPr lvl="1">
              <a:buFont typeface="Arial" panose="020B0604020202020204" pitchFamily="34" charset="0"/>
              <a:buNone/>
            </a:pPr>
            <a:endParaRPr lang="en-US" altLang="en-US" sz="800"/>
          </a:p>
          <a:p>
            <a:pPr lvl="1">
              <a:buFont typeface="Arial" panose="020B0604020202020204" pitchFamily="34" charset="0"/>
              <a:buNone/>
            </a:pPr>
            <a:r>
              <a:rPr lang="en-US" altLang="en-US"/>
              <a:t>	will contribute to the support count of candidate pattern</a:t>
            </a:r>
            <a:endParaRPr lang="en-US" altLang="en-US"/>
          </a:p>
          <a:p>
            <a:pPr lvl="1">
              <a:buFont typeface="Arial" panose="020B0604020202020204" pitchFamily="34" charset="0"/>
              <a:buNone/>
            </a:pPr>
            <a:r>
              <a:rPr lang="en-US" altLang="en-US"/>
              <a:t> 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Other Formulation</a:t>
            </a:r>
            <a:endParaRPr lang="en-US" alt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04237" cy="5181600"/>
          </a:xfrm>
        </p:spPr>
        <p:txBody>
          <a:bodyPr/>
          <a:lstStyle/>
          <a:p>
            <a:r>
              <a:rPr lang="en-US" altLang="en-US"/>
              <a:t>In some domains, we may have only one very long time series</a:t>
            </a:r>
            <a:endParaRPr lang="en-US" altLang="en-US"/>
          </a:p>
          <a:p>
            <a:pPr lvl="1"/>
            <a:r>
              <a:rPr lang="en-US" altLang="en-US"/>
              <a:t>Example: </a:t>
            </a:r>
            <a:endParaRPr lang="en-US" altLang="en-US"/>
          </a:p>
          <a:p>
            <a:pPr lvl="2"/>
            <a:r>
              <a:rPr lang="en-US" altLang="en-US"/>
              <a:t> monitoring network traffic events for attacks</a:t>
            </a:r>
            <a:endParaRPr lang="en-US" altLang="en-US"/>
          </a:p>
          <a:p>
            <a:pPr lvl="2"/>
            <a:r>
              <a:rPr lang="en-US" altLang="en-US"/>
              <a:t> monitoring telecommunication alarm signals</a:t>
            </a:r>
            <a:endParaRPr lang="en-US" altLang="en-US"/>
          </a:p>
          <a:p>
            <a:r>
              <a:rPr lang="en-US" altLang="en-US"/>
              <a:t>Goal is to find frequent sequences of events in the time series</a:t>
            </a:r>
            <a:endParaRPr lang="en-US" altLang="en-US"/>
          </a:p>
          <a:p>
            <a:pPr lvl="1"/>
            <a:r>
              <a:rPr lang="en-US" altLang="en-US"/>
              <a:t>This problem is also known as frequent episode mining</a:t>
            </a:r>
            <a:endParaRPr lang="en-US" altLang="en-US"/>
          </a:p>
        </p:txBody>
      </p:sp>
      <p:sp>
        <p:nvSpPr>
          <p:cNvPr id="69636" name="Line 4"/>
          <p:cNvSpPr>
            <a:spLocks noChangeShapeType="1"/>
          </p:cNvSpPr>
          <p:nvPr/>
        </p:nvSpPr>
        <p:spPr bwMode="auto">
          <a:xfrm>
            <a:off x="533400" y="5791200"/>
            <a:ext cx="815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7" name="Text Box 5"/>
          <p:cNvSpPr txBox="1">
            <a:spLocks noChangeArrowheads="1"/>
          </p:cNvSpPr>
          <p:nvPr/>
        </p:nvSpPr>
        <p:spPr bwMode="auto">
          <a:xfrm>
            <a:off x="457200" y="5091113"/>
            <a:ext cx="4572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E1</a:t>
            </a:r>
            <a:endParaRPr lang="en-US" altLang="en-US" sz="14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E2</a:t>
            </a:r>
            <a:endParaRPr lang="en-US" altLang="en-US" sz="1400"/>
          </a:p>
        </p:txBody>
      </p:sp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2209800" y="5091113"/>
            <a:ext cx="4572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E1</a:t>
            </a:r>
            <a:endParaRPr lang="en-US" altLang="en-US" sz="14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E2</a:t>
            </a:r>
            <a:endParaRPr lang="en-US" altLang="en-US" sz="1400"/>
          </a:p>
        </p:txBody>
      </p:sp>
      <p:sp>
        <p:nvSpPr>
          <p:cNvPr id="69639" name="Text Box 7"/>
          <p:cNvSpPr txBox="1">
            <a:spLocks noChangeArrowheads="1"/>
          </p:cNvSpPr>
          <p:nvPr/>
        </p:nvSpPr>
        <p:spPr bwMode="auto">
          <a:xfrm>
            <a:off x="5410200" y="5091113"/>
            <a:ext cx="4572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E1</a:t>
            </a:r>
            <a:endParaRPr lang="en-US" altLang="en-US" sz="14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E2</a:t>
            </a:r>
            <a:endParaRPr lang="en-US" altLang="en-US" sz="1400"/>
          </a:p>
        </p:txBody>
      </p:sp>
      <p:sp>
        <p:nvSpPr>
          <p:cNvPr id="69640" name="Text Box 8"/>
          <p:cNvSpPr txBox="1">
            <a:spLocks noChangeArrowheads="1"/>
          </p:cNvSpPr>
          <p:nvPr/>
        </p:nvSpPr>
        <p:spPr bwMode="auto">
          <a:xfrm>
            <a:off x="914400" y="5091113"/>
            <a:ext cx="4572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E3</a:t>
            </a:r>
            <a:endParaRPr lang="en-US" altLang="en-US" sz="14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E4</a:t>
            </a:r>
            <a:endParaRPr lang="en-US" altLang="en-US" sz="1400"/>
          </a:p>
        </p:txBody>
      </p:sp>
      <p:sp>
        <p:nvSpPr>
          <p:cNvPr id="69641" name="Text Box 9"/>
          <p:cNvSpPr txBox="1">
            <a:spLocks noChangeArrowheads="1"/>
          </p:cNvSpPr>
          <p:nvPr/>
        </p:nvSpPr>
        <p:spPr bwMode="auto">
          <a:xfrm>
            <a:off x="2590800" y="54102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E3  E4</a:t>
            </a:r>
            <a:endParaRPr lang="en-US" altLang="en-US" sz="1400"/>
          </a:p>
        </p:txBody>
      </p:sp>
      <p:sp>
        <p:nvSpPr>
          <p:cNvPr id="69642" name="Text Box 10"/>
          <p:cNvSpPr txBox="1">
            <a:spLocks noChangeArrowheads="1"/>
          </p:cNvSpPr>
          <p:nvPr/>
        </p:nvSpPr>
        <p:spPr bwMode="auto">
          <a:xfrm>
            <a:off x="4038600" y="5091113"/>
            <a:ext cx="4572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E1</a:t>
            </a:r>
            <a:endParaRPr lang="en-US" altLang="en-US" sz="14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E2</a:t>
            </a:r>
            <a:endParaRPr lang="en-US" altLang="en-US" sz="1400"/>
          </a:p>
        </p:txBody>
      </p:sp>
      <p:sp>
        <p:nvSpPr>
          <p:cNvPr id="69643" name="Text Box 11"/>
          <p:cNvSpPr txBox="1">
            <a:spLocks noChangeArrowheads="1"/>
          </p:cNvSpPr>
          <p:nvPr/>
        </p:nvSpPr>
        <p:spPr bwMode="auto">
          <a:xfrm>
            <a:off x="4419600" y="5091113"/>
            <a:ext cx="8382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E2  E4 </a:t>
            </a:r>
            <a:endParaRPr lang="en-US" altLang="en-US" sz="14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E3  E5</a:t>
            </a:r>
            <a:endParaRPr lang="en-US" altLang="en-US" sz="1400"/>
          </a:p>
        </p:txBody>
      </p:sp>
      <p:sp>
        <p:nvSpPr>
          <p:cNvPr id="69644" name="Text Box 12"/>
          <p:cNvSpPr txBox="1">
            <a:spLocks noChangeArrowheads="1"/>
          </p:cNvSpPr>
          <p:nvPr/>
        </p:nvSpPr>
        <p:spPr bwMode="auto">
          <a:xfrm>
            <a:off x="5791200" y="5091113"/>
            <a:ext cx="9906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      E2</a:t>
            </a:r>
            <a:endParaRPr lang="en-US" altLang="en-US" sz="14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E3  E5</a:t>
            </a:r>
            <a:endParaRPr lang="en-US" altLang="en-US" sz="1400"/>
          </a:p>
        </p:txBody>
      </p:sp>
      <p:sp>
        <p:nvSpPr>
          <p:cNvPr id="69645" name="Text Box 13"/>
          <p:cNvSpPr txBox="1">
            <a:spLocks noChangeArrowheads="1"/>
          </p:cNvSpPr>
          <p:nvPr/>
        </p:nvSpPr>
        <p:spPr bwMode="auto">
          <a:xfrm>
            <a:off x="7391400" y="5105400"/>
            <a:ext cx="457200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E1</a:t>
            </a:r>
            <a:endParaRPr lang="en-US" altLang="en-US" sz="14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E2</a:t>
            </a:r>
            <a:endParaRPr lang="en-US" altLang="en-US" sz="1400"/>
          </a:p>
        </p:txBody>
      </p:sp>
      <p:sp>
        <p:nvSpPr>
          <p:cNvPr id="69646" name="Text Box 14"/>
          <p:cNvSpPr txBox="1">
            <a:spLocks noChangeArrowheads="1"/>
          </p:cNvSpPr>
          <p:nvPr/>
        </p:nvSpPr>
        <p:spPr bwMode="auto">
          <a:xfrm>
            <a:off x="7772400" y="5424488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E3 E1</a:t>
            </a:r>
            <a:endParaRPr lang="en-US" altLang="en-US" sz="1400"/>
          </a:p>
        </p:txBody>
      </p:sp>
      <p:sp>
        <p:nvSpPr>
          <p:cNvPr id="69647" name="Text Box 15"/>
          <p:cNvSpPr txBox="1">
            <a:spLocks noChangeArrowheads="1"/>
          </p:cNvSpPr>
          <p:nvPr/>
        </p:nvSpPr>
        <p:spPr bwMode="auto">
          <a:xfrm>
            <a:off x="1905000" y="5943600"/>
            <a:ext cx="2438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Pattern: &lt;E1&gt; &lt;E3&gt;</a:t>
            </a:r>
            <a:endParaRPr lang="en-US" altLang="en-US" sz="1400"/>
          </a:p>
        </p:txBody>
      </p:sp>
      <p:sp>
        <p:nvSpPr>
          <p:cNvPr id="69648" name="Oval 16"/>
          <p:cNvSpPr>
            <a:spLocks noChangeArrowheads="1"/>
          </p:cNvSpPr>
          <p:nvPr/>
        </p:nvSpPr>
        <p:spPr bwMode="auto">
          <a:xfrm>
            <a:off x="381000" y="5091113"/>
            <a:ext cx="990600" cy="381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69649" name="Oval 17"/>
          <p:cNvSpPr>
            <a:spLocks noChangeArrowheads="1"/>
          </p:cNvSpPr>
          <p:nvPr/>
        </p:nvSpPr>
        <p:spPr bwMode="auto">
          <a:xfrm rot="2228893">
            <a:off x="2124075" y="5191125"/>
            <a:ext cx="914400" cy="381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69650" name="Oval 18"/>
          <p:cNvSpPr>
            <a:spLocks noChangeArrowheads="1"/>
          </p:cNvSpPr>
          <p:nvPr/>
        </p:nvSpPr>
        <p:spPr bwMode="auto">
          <a:xfrm rot="2395672">
            <a:off x="3952875" y="5191125"/>
            <a:ext cx="914400" cy="381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69651" name="Oval 19"/>
          <p:cNvSpPr>
            <a:spLocks noChangeArrowheads="1"/>
          </p:cNvSpPr>
          <p:nvPr/>
        </p:nvSpPr>
        <p:spPr bwMode="auto">
          <a:xfrm rot="2395672">
            <a:off x="5334000" y="5167313"/>
            <a:ext cx="914400" cy="381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69652" name="Oval 20"/>
          <p:cNvSpPr>
            <a:spLocks noChangeArrowheads="1"/>
          </p:cNvSpPr>
          <p:nvPr/>
        </p:nvSpPr>
        <p:spPr bwMode="auto">
          <a:xfrm rot="2395672">
            <a:off x="7315200" y="5167313"/>
            <a:ext cx="914400" cy="381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458200" cy="533400"/>
          </a:xfrm>
        </p:spPr>
        <p:txBody>
          <a:bodyPr/>
          <a:lstStyle/>
          <a:p>
            <a:r>
              <a:rPr lang="en-US" altLang="en-US"/>
              <a:t>General Support Counting Schemes</a:t>
            </a:r>
            <a:endParaRPr lang="en-US" altLang="en-US"/>
          </a:p>
        </p:txBody>
      </p:sp>
      <p:graphicFrame>
        <p:nvGraphicFramePr>
          <p:cNvPr id="7065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307975" y="1022350"/>
          <a:ext cx="5332413" cy="565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8" name="Visio" r:id="rId2" imgW="8890635" imgH="9436100" progId="Visio.Drawing.6">
                  <p:embed/>
                </p:oleObj>
              </mc:Choice>
              <mc:Fallback>
                <p:oleObj name="Visio" r:id="rId2" imgW="8890635" imgH="943610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" y="1022350"/>
                        <a:ext cx="5332413" cy="565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660" name="Group 4"/>
          <p:cNvGrpSpPr/>
          <p:nvPr/>
        </p:nvGrpSpPr>
        <p:grpSpPr bwMode="auto">
          <a:xfrm>
            <a:off x="304800" y="762000"/>
            <a:ext cx="8534400" cy="152400"/>
            <a:chOff x="264" y="788"/>
            <a:chExt cx="5232" cy="124"/>
          </a:xfrm>
        </p:grpSpPr>
        <p:sp>
          <p:nvSpPr>
            <p:cNvPr id="70662" name="Rectangle 5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70663" name="Rectangle 6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70661" name="Text Box 7"/>
          <p:cNvSpPr txBox="1">
            <a:spLocks noChangeArrowheads="1"/>
          </p:cNvSpPr>
          <p:nvPr/>
        </p:nvSpPr>
        <p:spPr bwMode="auto">
          <a:xfrm>
            <a:off x="6248400" y="2897188"/>
            <a:ext cx="2743200" cy="190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/>
              <a:t>Assume:    	</a:t>
            </a:r>
            <a:endParaRPr lang="en-US" altLang="en-US" sz="1800" b="0"/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/>
              <a:t>x</a:t>
            </a:r>
            <a:r>
              <a:rPr lang="en-US" altLang="en-US" sz="1800" b="0" baseline="-25000"/>
              <a:t>g</a:t>
            </a:r>
            <a:r>
              <a:rPr lang="en-US" altLang="en-US" sz="1800" b="0"/>
              <a:t> = 2 (max-gap)</a:t>
            </a:r>
            <a:endParaRPr lang="en-US" altLang="en-US" sz="1800" b="0"/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/>
              <a:t>n</a:t>
            </a:r>
            <a:r>
              <a:rPr lang="en-US" altLang="en-US" sz="1800" b="0" baseline="-25000"/>
              <a:t>g</a:t>
            </a:r>
            <a:r>
              <a:rPr lang="en-US" altLang="en-US" sz="1800" b="0"/>
              <a:t> = 0 (min-gap)</a:t>
            </a:r>
            <a:endParaRPr lang="en-US" altLang="en-US" sz="1800" b="0"/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/>
              <a:t>ws = 0 (window size)</a:t>
            </a:r>
            <a:endParaRPr lang="en-US" altLang="en-US" sz="1800" b="0"/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/>
              <a:t>m</a:t>
            </a:r>
            <a:r>
              <a:rPr lang="en-US" altLang="en-US" sz="1800" b="0" baseline="-25000"/>
              <a:t>s</a:t>
            </a:r>
            <a:r>
              <a:rPr lang="en-US" altLang="en-US" sz="1800" b="0"/>
              <a:t> = 2 (maximum span)</a:t>
            </a:r>
            <a:endParaRPr lang="en-US" altLang="en-US" sz="1800" b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381000" y="3168650"/>
            <a:ext cx="82296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/>
              <a:t>Subgraph Mining</a:t>
            </a:r>
            <a:endParaRPr lang="en-US" altLang="en-US" sz="1600" b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/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228600" y="152400"/>
            <a:ext cx="8763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3200">
                <a:latin typeface="Tahoma" panose="020B0604030504040204" pitchFamily="34" charset="0"/>
              </a:rPr>
              <a:t>Data Mining </a:t>
            </a:r>
            <a:br>
              <a:rPr lang="en-US" altLang="en-US" sz="3200">
                <a:latin typeface="Tahoma" panose="020B0604030504040204" pitchFamily="34" charset="0"/>
              </a:rPr>
            </a:br>
            <a:r>
              <a:rPr lang="en-US" altLang="en-US" sz="3200">
                <a:latin typeface="Tahoma" panose="020B0604030504040204" pitchFamily="34" charset="0"/>
              </a:rPr>
              <a:t>Association Analysis: Advanced Concepts</a:t>
            </a:r>
            <a:endParaRPr lang="en-US" altLang="en-US" sz="3200">
              <a:latin typeface="Tahoma" panose="020B0604030504040204" pitchFamily="34" charset="0"/>
            </a:endParaRPr>
          </a:p>
        </p:txBody>
      </p:sp>
      <p:grpSp>
        <p:nvGrpSpPr>
          <p:cNvPr id="71684" name="Group 4"/>
          <p:cNvGrpSpPr/>
          <p:nvPr/>
        </p:nvGrpSpPr>
        <p:grpSpPr bwMode="auto">
          <a:xfrm>
            <a:off x="304800" y="990600"/>
            <a:ext cx="8534400" cy="152400"/>
            <a:chOff x="264" y="788"/>
            <a:chExt cx="5232" cy="124"/>
          </a:xfrm>
        </p:grpSpPr>
        <p:sp>
          <p:nvSpPr>
            <p:cNvPr id="71685" name="Rectangle 5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71686" name="Rectangle 6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Frequent Subgraph Mining</a:t>
            </a:r>
            <a:endParaRPr lang="en-US" alt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318500" cy="5181600"/>
          </a:xfrm>
        </p:spPr>
        <p:txBody>
          <a:bodyPr/>
          <a:lstStyle/>
          <a:p>
            <a:r>
              <a:rPr lang="en-US" altLang="en-US"/>
              <a:t>Extends association analysis to finding frequent subgraphs</a:t>
            </a:r>
            <a:endParaRPr lang="en-US" altLang="en-US"/>
          </a:p>
          <a:p>
            <a:r>
              <a:rPr lang="en-US" altLang="en-US"/>
              <a:t>Useful for Web Mining, computational chemistry, bioinformatics, spatial data sets, etc</a:t>
            </a:r>
            <a:endParaRPr lang="en-US" altLang="en-US"/>
          </a:p>
          <a:p>
            <a:pPr>
              <a:buFont typeface="Monotype Sorts" pitchFamily="2" charset="2"/>
              <a:buNone/>
            </a:pPr>
            <a:endParaRPr lang="en-US" altLang="en-US"/>
          </a:p>
        </p:txBody>
      </p:sp>
      <p:graphicFrame>
        <p:nvGraphicFramePr>
          <p:cNvPr id="73732" name="Object 4"/>
          <p:cNvGraphicFramePr>
            <a:graphicFrameLocks noChangeAspect="1"/>
          </p:cNvGraphicFramePr>
          <p:nvPr/>
        </p:nvGraphicFramePr>
        <p:xfrm>
          <a:off x="4495800" y="3276600"/>
          <a:ext cx="2930525" cy="273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2" name="VISIO" r:id="rId2" imgW="5792470" imgH="5411470" progId="Visio.Drawing.6">
                  <p:embed/>
                </p:oleObj>
              </mc:Choice>
              <mc:Fallback>
                <p:oleObj name="VISIO" r:id="rId2" imgW="5792470" imgH="541147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276600"/>
                        <a:ext cx="2930525" cy="2732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3" name="Object 5"/>
          <p:cNvGraphicFramePr>
            <a:graphicFrameLocks noChangeAspect="1"/>
          </p:cNvGraphicFramePr>
          <p:nvPr/>
        </p:nvGraphicFramePr>
        <p:xfrm>
          <a:off x="762000" y="3124200"/>
          <a:ext cx="2835275" cy="318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3" name="VISIO" r:id="rId4" imgW="5401310" imgH="6056630" progId="Visio.Drawing.6">
                  <p:embed/>
                </p:oleObj>
              </mc:Choice>
              <mc:Fallback>
                <p:oleObj name="VISIO" r:id="rId4" imgW="5401310" imgH="605663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124200"/>
                        <a:ext cx="2835275" cy="318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Graph Definitions</a:t>
            </a:r>
            <a:endParaRPr lang="en-US" altLang="en-US"/>
          </a:p>
        </p:txBody>
      </p:sp>
      <p:graphicFrame>
        <p:nvGraphicFramePr>
          <p:cNvPr id="74755" name="Object 3"/>
          <p:cNvGraphicFramePr>
            <a:graphicFrameLocks noChangeAspect="1"/>
          </p:cNvGraphicFramePr>
          <p:nvPr/>
        </p:nvGraphicFramePr>
        <p:xfrm>
          <a:off x="76200" y="1411288"/>
          <a:ext cx="2789238" cy="445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0" name="VISIO" r:id="rId2" imgW="2792095" imgH="4448810" progId="Visio.Drawing.6">
                  <p:embed/>
                </p:oleObj>
              </mc:Choice>
              <mc:Fallback>
                <p:oleObj name="VISIO" r:id="rId2" imgW="2792095" imgH="444881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411288"/>
                        <a:ext cx="2789238" cy="445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6" name="Object 4"/>
          <p:cNvGraphicFramePr>
            <a:graphicFrameLocks noChangeAspect="1"/>
          </p:cNvGraphicFramePr>
          <p:nvPr/>
        </p:nvGraphicFramePr>
        <p:xfrm>
          <a:off x="3048000" y="1439863"/>
          <a:ext cx="2789238" cy="442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1" name="VISIO" r:id="rId4" imgW="2792095" imgH="4419600" progId="Visio.Drawing.6">
                  <p:embed/>
                </p:oleObj>
              </mc:Choice>
              <mc:Fallback>
                <p:oleObj name="VISIO" r:id="rId4" imgW="2792095" imgH="441960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439863"/>
                        <a:ext cx="2789238" cy="442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" name="Object 5"/>
          <p:cNvGraphicFramePr>
            <a:graphicFrameLocks noChangeAspect="1"/>
          </p:cNvGraphicFramePr>
          <p:nvPr/>
        </p:nvGraphicFramePr>
        <p:xfrm>
          <a:off x="5934075" y="1439863"/>
          <a:ext cx="3133725" cy="442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2" name="VISIO" r:id="rId6" imgW="3134995" imgH="4419600" progId="Visio.Drawing.6">
                  <p:embed/>
                </p:oleObj>
              </mc:Choice>
              <mc:Fallback>
                <p:oleObj name="VISIO" r:id="rId6" imgW="3134995" imgH="441960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4075" y="1439863"/>
                        <a:ext cx="3133725" cy="442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Representing Transactions as Graphs</a:t>
            </a:r>
            <a:endParaRPr lang="en-US" altLang="en-US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Each transaction is a clique of items</a:t>
            </a:r>
            <a:endParaRPr lang="en-US" altLang="en-US"/>
          </a:p>
        </p:txBody>
      </p:sp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228600" y="2667000"/>
          <a:ext cx="3276600" cy="235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1" name="Worksheet" r:id="rId2" imgW="1541780" imgH="1111885" progId="Excel.Sheet.8">
                  <p:embed/>
                </p:oleObj>
              </mc:Choice>
              <mc:Fallback>
                <p:oleObj name="Worksheet" r:id="rId2" imgW="1541780" imgH="1111885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667000"/>
                        <a:ext cx="3276600" cy="235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1" name="Object 5"/>
          <p:cNvGraphicFramePr>
            <a:graphicFrameLocks noChangeAspect="1"/>
          </p:cNvGraphicFramePr>
          <p:nvPr/>
        </p:nvGraphicFramePr>
        <p:xfrm>
          <a:off x="4419600" y="2057400"/>
          <a:ext cx="4448175" cy="387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2" name="VISIO" r:id="rId4" imgW="4450080" imgH="3869690" progId="Visio.Drawing.6">
                  <p:embed/>
                </p:oleObj>
              </mc:Choice>
              <mc:Fallback>
                <p:oleObj name="VISIO" r:id="rId4" imgW="4450080" imgH="386969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057400"/>
                        <a:ext cx="4448175" cy="3875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2" name="Line 6"/>
          <p:cNvSpPr>
            <a:spLocks noChangeShapeType="1"/>
          </p:cNvSpPr>
          <p:nvPr/>
        </p:nvSpPr>
        <p:spPr bwMode="auto">
          <a:xfrm>
            <a:off x="3886200" y="3886200"/>
            <a:ext cx="914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Representing Graphs as Transactions</a:t>
            </a:r>
            <a:endParaRPr lang="en-US" altLang="en-US"/>
          </a:p>
        </p:txBody>
      </p:sp>
      <p:graphicFrame>
        <p:nvGraphicFramePr>
          <p:cNvPr id="76803" name="Object 3"/>
          <p:cNvGraphicFramePr>
            <a:graphicFrameLocks noChangeAspect="1"/>
          </p:cNvGraphicFramePr>
          <p:nvPr/>
        </p:nvGraphicFramePr>
        <p:xfrm>
          <a:off x="381000" y="1295400"/>
          <a:ext cx="8382000" cy="481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18" name="VISIO" r:id="rId2" imgW="9820910" imgH="5637530" progId="Visio.Drawing.6">
                  <p:embed/>
                </p:oleObj>
              </mc:Choice>
              <mc:Fallback>
                <p:oleObj name="VISIO" r:id="rId2" imgW="9820910" imgH="563753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295400"/>
                        <a:ext cx="8382000" cy="481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Challenges</a:t>
            </a:r>
            <a:endParaRPr lang="en-US" altLang="en-US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Node may contain duplicate labels</a:t>
            </a:r>
            <a:endParaRPr lang="en-US" altLang="en-US"/>
          </a:p>
          <a:p>
            <a:r>
              <a:rPr lang="en-US" altLang="en-US"/>
              <a:t>Support and confidence</a:t>
            </a:r>
            <a:endParaRPr lang="en-US" altLang="en-US"/>
          </a:p>
          <a:p>
            <a:pPr lvl="1"/>
            <a:r>
              <a:rPr lang="en-US" altLang="en-US"/>
              <a:t>How to define them?</a:t>
            </a:r>
            <a:endParaRPr lang="en-US" altLang="en-US"/>
          </a:p>
          <a:p>
            <a:r>
              <a:rPr lang="en-US" altLang="en-US"/>
              <a:t>Additional constraints imposed by pattern structure</a:t>
            </a:r>
            <a:endParaRPr lang="en-US" altLang="en-US"/>
          </a:p>
          <a:p>
            <a:pPr lvl="1"/>
            <a:r>
              <a:rPr lang="en-US" altLang="en-US"/>
              <a:t>Support and confidence are not the only constraints</a:t>
            </a:r>
            <a:endParaRPr lang="en-US" altLang="en-US"/>
          </a:p>
          <a:p>
            <a:pPr lvl="1"/>
            <a:r>
              <a:rPr lang="en-US" altLang="en-US"/>
              <a:t>Assumption: frequent subgraphs must be connected</a:t>
            </a:r>
            <a:endParaRPr lang="en-US" altLang="en-US"/>
          </a:p>
          <a:p>
            <a:r>
              <a:rPr lang="en-US" altLang="en-US"/>
              <a:t>Apriori-like approach: </a:t>
            </a:r>
            <a:endParaRPr lang="en-US" altLang="en-US"/>
          </a:p>
          <a:p>
            <a:pPr lvl="1"/>
            <a:r>
              <a:rPr lang="en-US" altLang="en-US"/>
              <a:t>Use frequent k-subgraphs to generate frequent (k+1) subgraphs</a:t>
            </a:r>
            <a:endParaRPr lang="en-US" altLang="en-US"/>
          </a:p>
          <a:p>
            <a:pPr lvl="2"/>
            <a:r>
              <a:rPr lang="en-US" altLang="en-US"/>
              <a:t>What is k?</a:t>
            </a:r>
            <a:endParaRPr lang="en-US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Challenges…</a:t>
            </a:r>
            <a:endParaRPr lang="en-US" altLang="en-US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Support: </a:t>
            </a:r>
            <a:endParaRPr lang="en-US" altLang="en-US"/>
          </a:p>
          <a:p>
            <a:pPr lvl="1"/>
            <a:r>
              <a:rPr lang="en-US" altLang="en-US"/>
              <a:t>number of graphs that contain a particular subgraph</a:t>
            </a:r>
            <a:endParaRPr lang="en-US" altLang="en-US"/>
          </a:p>
          <a:p>
            <a:pPr lvl="1">
              <a:buFont typeface="Arial" panose="020B0604020202020204" pitchFamily="34" charset="0"/>
              <a:buNone/>
            </a:pPr>
            <a:endParaRPr lang="en-US" altLang="en-US"/>
          </a:p>
          <a:p>
            <a:r>
              <a:rPr lang="en-US" altLang="en-US"/>
              <a:t>Apriori principle still holds</a:t>
            </a:r>
            <a:endParaRPr lang="en-US" altLang="en-US"/>
          </a:p>
          <a:p>
            <a:pPr lvl="1"/>
            <a:endParaRPr lang="en-US" altLang="en-US"/>
          </a:p>
          <a:p>
            <a:r>
              <a:rPr lang="en-US" altLang="en-US"/>
              <a:t>Level-wise (Apriori-like) approach:</a:t>
            </a:r>
            <a:endParaRPr lang="en-US" altLang="en-US"/>
          </a:p>
          <a:p>
            <a:pPr lvl="1"/>
            <a:r>
              <a:rPr lang="en-US" altLang="en-US"/>
              <a:t>Vertex growing:</a:t>
            </a:r>
            <a:endParaRPr lang="en-US" altLang="en-US"/>
          </a:p>
          <a:p>
            <a:pPr lvl="2"/>
            <a:r>
              <a:rPr lang="en-US" altLang="en-US"/>
              <a:t> k is the number of vertices</a:t>
            </a:r>
            <a:endParaRPr lang="en-US" altLang="en-US"/>
          </a:p>
          <a:p>
            <a:pPr lvl="1"/>
            <a:r>
              <a:rPr lang="en-US" altLang="en-US"/>
              <a:t>Edge growing:</a:t>
            </a:r>
            <a:endParaRPr lang="en-US" altLang="en-US"/>
          </a:p>
          <a:p>
            <a:pPr lvl="2"/>
            <a:r>
              <a:rPr lang="en-US" altLang="en-US"/>
              <a:t> k is the number of edges</a:t>
            </a:r>
            <a:endParaRPr lang="en-US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Vertex Growing</a:t>
            </a:r>
            <a:endParaRPr lang="en-US" altLang="en-US"/>
          </a:p>
        </p:txBody>
      </p:sp>
      <p:graphicFrame>
        <p:nvGraphicFramePr>
          <p:cNvPr id="79875" name="Object 3"/>
          <p:cNvGraphicFramePr>
            <a:graphicFrameLocks noChangeAspect="1"/>
          </p:cNvGraphicFramePr>
          <p:nvPr/>
        </p:nvGraphicFramePr>
        <p:xfrm>
          <a:off x="304800" y="1336675"/>
          <a:ext cx="8534400" cy="490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90" name="Visio" r:id="rId2" imgW="9704705" imgH="5455920" progId="Visio.Drawing.6">
                  <p:embed/>
                </p:oleObj>
              </mc:Choice>
              <mc:Fallback>
                <p:oleObj name="Visio" r:id="rId2" imgW="9704705" imgH="545592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36675"/>
                        <a:ext cx="8534400" cy="490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Edge Growing</a:t>
            </a:r>
            <a:endParaRPr lang="en-US" altLang="en-US"/>
          </a:p>
        </p:txBody>
      </p:sp>
      <p:graphicFrame>
        <p:nvGraphicFramePr>
          <p:cNvPr id="80899" name="Object 3"/>
          <p:cNvGraphicFramePr>
            <a:graphicFrameLocks noChangeAspect="1"/>
          </p:cNvGraphicFramePr>
          <p:nvPr/>
        </p:nvGraphicFramePr>
        <p:xfrm>
          <a:off x="381000" y="1600200"/>
          <a:ext cx="8401050" cy="365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14" name="Visio" r:id="rId2" imgW="9797415" imgH="3818890" progId="Visio.Drawing.6">
                  <p:embed/>
                </p:oleObj>
              </mc:Choice>
              <mc:Fallback>
                <p:oleObj name="Visio" r:id="rId2" imgW="9797415" imgH="381889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600200"/>
                        <a:ext cx="8401050" cy="365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Apriori-like Algorithm</a:t>
            </a:r>
            <a:endParaRPr lang="en-US" alt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610600" cy="5181600"/>
          </a:xfrm>
        </p:spPr>
        <p:txBody>
          <a:bodyPr/>
          <a:lstStyle/>
          <a:p>
            <a:r>
              <a:rPr lang="en-US" altLang="en-US"/>
              <a:t>Find frequent 1-subgraphs</a:t>
            </a:r>
            <a:endParaRPr lang="en-US" altLang="en-US"/>
          </a:p>
          <a:p>
            <a:r>
              <a:rPr lang="en-US" altLang="en-US"/>
              <a:t>Repeat</a:t>
            </a:r>
            <a:endParaRPr lang="en-US" altLang="en-US"/>
          </a:p>
          <a:p>
            <a:pPr lvl="1"/>
            <a:r>
              <a:rPr lang="en-US" altLang="en-US"/>
              <a:t>Candidate generation</a:t>
            </a:r>
            <a:endParaRPr lang="en-US" altLang="en-US"/>
          </a:p>
          <a:p>
            <a:pPr lvl="2"/>
            <a:r>
              <a:rPr lang="en-US" altLang="en-US"/>
              <a:t> Use frequent (</a:t>
            </a:r>
            <a:r>
              <a:rPr lang="en-US" altLang="en-US" i="1"/>
              <a:t>k-1</a:t>
            </a:r>
            <a:r>
              <a:rPr lang="en-US" altLang="en-US"/>
              <a:t>)-subgraphs to generate candidate </a:t>
            </a:r>
            <a:r>
              <a:rPr lang="en-US" altLang="en-US" i="1"/>
              <a:t>k</a:t>
            </a:r>
            <a:r>
              <a:rPr lang="en-US" altLang="en-US"/>
              <a:t>-subgraph</a:t>
            </a:r>
            <a:endParaRPr lang="en-US" altLang="en-US"/>
          </a:p>
          <a:p>
            <a:pPr lvl="1"/>
            <a:r>
              <a:rPr lang="en-US" altLang="en-US"/>
              <a:t>Candidate pruning</a:t>
            </a:r>
            <a:endParaRPr lang="en-US" altLang="en-US"/>
          </a:p>
          <a:p>
            <a:pPr lvl="2"/>
            <a:r>
              <a:rPr lang="en-US" altLang="en-US"/>
              <a:t> Prune candidate subgraphs that contain infrequent </a:t>
            </a:r>
            <a:br>
              <a:rPr lang="en-US" altLang="en-US"/>
            </a:br>
            <a:r>
              <a:rPr lang="en-US" altLang="en-US"/>
              <a:t>(</a:t>
            </a:r>
            <a:r>
              <a:rPr lang="en-US" altLang="en-US" i="1"/>
              <a:t>k-1</a:t>
            </a:r>
            <a:r>
              <a:rPr lang="en-US" altLang="en-US"/>
              <a:t>)-subgraphs </a:t>
            </a:r>
            <a:endParaRPr lang="en-US" altLang="en-US"/>
          </a:p>
          <a:p>
            <a:pPr lvl="1"/>
            <a:r>
              <a:rPr lang="en-US" altLang="en-US"/>
              <a:t>Support counting</a:t>
            </a:r>
            <a:endParaRPr lang="en-US" altLang="en-US"/>
          </a:p>
          <a:p>
            <a:pPr lvl="2"/>
            <a:r>
              <a:rPr lang="en-US" altLang="en-US"/>
              <a:t> Count the support of each remaining candidate</a:t>
            </a:r>
            <a:endParaRPr lang="en-US" altLang="en-US"/>
          </a:p>
          <a:p>
            <a:pPr lvl="1"/>
            <a:r>
              <a:rPr lang="en-US" altLang="en-US"/>
              <a:t>Eliminate candidate </a:t>
            </a:r>
            <a:r>
              <a:rPr lang="en-US" altLang="en-US" i="1"/>
              <a:t>k</a:t>
            </a:r>
            <a:r>
              <a:rPr lang="en-US" altLang="en-US"/>
              <a:t>-subgraphs that are infrequent</a:t>
            </a:r>
            <a:endParaRPr lang="en-US" altLang="en-US"/>
          </a:p>
        </p:txBody>
      </p:sp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1066800" y="5881688"/>
            <a:ext cx="6553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In practice, it is not as easy. There are many other issues</a:t>
            </a:r>
            <a:endParaRPr lang="en-US" altLang="en-US" sz="18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Dataset</a:t>
            </a:r>
            <a:endParaRPr lang="en-US" altLang="en-US"/>
          </a:p>
        </p:txBody>
      </p:sp>
      <p:graphicFrame>
        <p:nvGraphicFramePr>
          <p:cNvPr id="82947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461963" y="1444625"/>
          <a:ext cx="8091487" cy="430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62" name="Visio" r:id="rId2" imgW="9996805" imgH="5325110" progId="Visio.Drawing.6">
                  <p:embed/>
                </p:oleObj>
              </mc:Choice>
              <mc:Fallback>
                <p:oleObj name="Visio" r:id="rId2" imgW="9996805" imgH="532511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1444625"/>
                        <a:ext cx="8091487" cy="430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  <a:endParaRPr lang="en-US" altLang="en-US"/>
          </a:p>
        </p:txBody>
      </p:sp>
      <p:graphicFrame>
        <p:nvGraphicFramePr>
          <p:cNvPr id="83971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736600" y="1295400"/>
          <a:ext cx="7667625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6" name="Visio" r:id="rId2" imgW="9881870" imgH="6677660" progId="Visio.Drawing.6">
                  <p:embed/>
                </p:oleObj>
              </mc:Choice>
              <mc:Fallback>
                <p:oleObj name="Visio" r:id="rId2" imgW="9881870" imgH="667766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1295400"/>
                        <a:ext cx="7667625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Candidate Generation</a:t>
            </a:r>
            <a:endParaRPr lang="en-US" alt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 Apriori:</a:t>
            </a:r>
            <a:endParaRPr lang="en-US" altLang="en-US"/>
          </a:p>
          <a:p>
            <a:pPr lvl="1"/>
            <a:r>
              <a:rPr lang="en-US" altLang="en-US"/>
              <a:t>Merging two frequent </a:t>
            </a:r>
            <a:r>
              <a:rPr lang="en-US" altLang="en-US" i="1"/>
              <a:t>k</a:t>
            </a:r>
            <a:r>
              <a:rPr lang="en-US" altLang="en-US"/>
              <a:t>-itemsets will produce a candidate (</a:t>
            </a:r>
            <a:r>
              <a:rPr lang="en-US" altLang="en-US" i="1"/>
              <a:t>k+1</a:t>
            </a:r>
            <a:r>
              <a:rPr lang="en-US" altLang="en-US"/>
              <a:t>)-itemset</a:t>
            </a:r>
            <a:endParaRPr lang="en-US" altLang="en-US"/>
          </a:p>
          <a:p>
            <a:pPr lvl="1"/>
            <a:endParaRPr lang="en-US" altLang="en-US"/>
          </a:p>
          <a:p>
            <a:r>
              <a:rPr lang="en-US" altLang="en-US"/>
              <a:t>In frequent subgraph mining </a:t>
            </a:r>
            <a:br>
              <a:rPr lang="en-US" altLang="en-US"/>
            </a:br>
            <a:r>
              <a:rPr lang="en-US" altLang="en-US"/>
              <a:t>(vertex/edge growing)</a:t>
            </a:r>
            <a:endParaRPr lang="en-US" altLang="en-US"/>
          </a:p>
          <a:p>
            <a:pPr lvl="1"/>
            <a:r>
              <a:rPr lang="en-US" altLang="en-US"/>
              <a:t>Merging two frequent </a:t>
            </a:r>
            <a:r>
              <a:rPr lang="en-US" altLang="en-US" i="1"/>
              <a:t>k</a:t>
            </a:r>
            <a:r>
              <a:rPr lang="en-US" altLang="en-US"/>
              <a:t>-subgraphs may produce more than one candidate (</a:t>
            </a:r>
            <a:r>
              <a:rPr lang="en-US" altLang="en-US" i="1"/>
              <a:t>k+1</a:t>
            </a:r>
            <a:r>
              <a:rPr lang="en-US" altLang="en-US"/>
              <a:t>)-subgraph</a:t>
            </a:r>
            <a:endParaRPr lang="en-US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/>
          <a:lstStyle/>
          <a:p>
            <a:r>
              <a:rPr lang="en-US" altLang="en-US" sz="3000"/>
              <a:t>Multiplicity of Candidates (Vertex Growing)</a:t>
            </a:r>
            <a:endParaRPr lang="en-US" altLang="en-US" sz="3000"/>
          </a:p>
        </p:txBody>
      </p:sp>
      <p:graphicFrame>
        <p:nvGraphicFramePr>
          <p:cNvPr id="86019" name="Object 3"/>
          <p:cNvGraphicFramePr>
            <a:graphicFrameLocks noChangeAspect="1"/>
          </p:cNvGraphicFramePr>
          <p:nvPr/>
        </p:nvGraphicFramePr>
        <p:xfrm>
          <a:off x="228600" y="1336675"/>
          <a:ext cx="8534400" cy="490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34" name="Visio" r:id="rId2" imgW="9704705" imgH="5455920" progId="Visio.Drawing.6">
                  <p:embed/>
                </p:oleObj>
              </mc:Choice>
              <mc:Fallback>
                <p:oleObj name="Visio" r:id="rId2" imgW="9704705" imgH="545592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336675"/>
                        <a:ext cx="8534400" cy="490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33400"/>
          </a:xfrm>
        </p:spPr>
        <p:txBody>
          <a:bodyPr/>
          <a:lstStyle/>
          <a:p>
            <a:r>
              <a:rPr lang="en-US" altLang="en-US" sz="3000"/>
              <a:t>Multiplicity of Candidates (Edge growing)</a:t>
            </a:r>
            <a:endParaRPr lang="en-US" altLang="en-US" sz="3000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Case 1: identical vertex labels</a:t>
            </a:r>
            <a:endParaRPr lang="en-US" altLang="en-US"/>
          </a:p>
        </p:txBody>
      </p:sp>
      <p:graphicFrame>
        <p:nvGraphicFramePr>
          <p:cNvPr id="87044" name="Object 4"/>
          <p:cNvGraphicFramePr>
            <a:graphicFrameLocks noChangeAspect="1"/>
          </p:cNvGraphicFramePr>
          <p:nvPr/>
        </p:nvGraphicFramePr>
        <p:xfrm>
          <a:off x="152400" y="1778000"/>
          <a:ext cx="8686800" cy="462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9" name="VISIO" r:id="rId2" imgW="11733530" imgH="7007860" progId="Visio.Drawing.6">
                  <p:embed/>
                </p:oleObj>
              </mc:Choice>
              <mc:Fallback>
                <p:oleObj name="VISIO" r:id="rId2" imgW="11733530" imgH="700786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778000"/>
                        <a:ext cx="8686800" cy="462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33400"/>
          </a:xfrm>
        </p:spPr>
        <p:txBody>
          <a:bodyPr/>
          <a:lstStyle/>
          <a:p>
            <a:r>
              <a:rPr lang="en-US" altLang="en-US"/>
              <a:t>Multiplicity of Candidates (Edge growing)</a:t>
            </a:r>
            <a:endParaRPr lang="en-US" alt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318500" cy="5181600"/>
          </a:xfrm>
        </p:spPr>
        <p:txBody>
          <a:bodyPr/>
          <a:lstStyle/>
          <a:p>
            <a:r>
              <a:rPr lang="en-US" altLang="en-US"/>
              <a:t>Case 2: Core contains identical labels</a:t>
            </a:r>
            <a:endParaRPr lang="en-US" altLang="en-US"/>
          </a:p>
        </p:txBody>
      </p:sp>
      <p:graphicFrame>
        <p:nvGraphicFramePr>
          <p:cNvPr id="88068" name="Object 4"/>
          <p:cNvGraphicFramePr>
            <a:graphicFrameLocks noChangeAspect="1"/>
          </p:cNvGraphicFramePr>
          <p:nvPr/>
        </p:nvGraphicFramePr>
        <p:xfrm>
          <a:off x="855663" y="1565275"/>
          <a:ext cx="7373937" cy="468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84" name="Visio" r:id="rId2" imgW="11088370" imgH="6708140" progId="Visio.Drawing.6">
                  <p:embed/>
                </p:oleObj>
              </mc:Choice>
              <mc:Fallback>
                <p:oleObj name="Visio" r:id="rId2" imgW="11088370" imgH="670814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1565275"/>
                        <a:ext cx="7373937" cy="468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304800" y="5378450"/>
            <a:ext cx="5029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Core: The (k-1) subgraph that is common</a:t>
            </a:r>
            <a:br>
              <a:rPr lang="en-US" altLang="en-US" sz="1800"/>
            </a:br>
            <a:r>
              <a:rPr lang="en-US" altLang="en-US" sz="1800"/>
              <a:t>           between the joint graphs</a:t>
            </a:r>
            <a:endParaRPr lang="en-US" altLang="en-US" sz="18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33400"/>
          </a:xfrm>
        </p:spPr>
        <p:txBody>
          <a:bodyPr/>
          <a:lstStyle/>
          <a:p>
            <a:r>
              <a:rPr lang="en-US" altLang="en-US"/>
              <a:t>Multiplicity of Candidates (Edge growing)</a:t>
            </a:r>
            <a:endParaRPr lang="en-US" alt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318500" cy="5181600"/>
          </a:xfrm>
        </p:spPr>
        <p:txBody>
          <a:bodyPr/>
          <a:lstStyle/>
          <a:p>
            <a:r>
              <a:rPr lang="en-US" altLang="en-US"/>
              <a:t>Case 3: Core multiplicity</a:t>
            </a:r>
            <a:endParaRPr lang="en-US" altLang="en-US"/>
          </a:p>
        </p:txBody>
      </p:sp>
      <p:graphicFrame>
        <p:nvGraphicFramePr>
          <p:cNvPr id="89092" name="Object 4"/>
          <p:cNvGraphicFramePr>
            <a:graphicFrameLocks noChangeAspect="1"/>
          </p:cNvGraphicFramePr>
          <p:nvPr/>
        </p:nvGraphicFramePr>
        <p:xfrm>
          <a:off x="457200" y="1600200"/>
          <a:ext cx="8153400" cy="465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07" name="VISIO" r:id="rId2" imgW="8896985" imgH="5066030" progId="Visio.Drawing.6">
                  <p:embed/>
                </p:oleObj>
              </mc:Choice>
              <mc:Fallback>
                <p:oleObj name="VISIO" r:id="rId2" imgW="8896985" imgH="506603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00200"/>
                        <a:ext cx="8153400" cy="465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Topological Equivalence</a:t>
            </a:r>
            <a:endParaRPr lang="en-US" altLang="en-US"/>
          </a:p>
        </p:txBody>
      </p:sp>
      <p:graphicFrame>
        <p:nvGraphicFramePr>
          <p:cNvPr id="90115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228600" y="1981200"/>
          <a:ext cx="8534400" cy="263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30" name="VISIO" r:id="rId2" imgW="9582150" imgH="2958465" progId="Visio.Drawing.6">
                  <p:embed/>
                </p:oleObj>
              </mc:Choice>
              <mc:Fallback>
                <p:oleObj name="VISIO" r:id="rId2" imgW="9582150" imgH="2958465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981200"/>
                        <a:ext cx="8534400" cy="2630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Candidate Generation by Edge Growing</a:t>
            </a:r>
            <a:endParaRPr lang="en-US" alt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Given: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Case 1: a </a:t>
            </a:r>
            <a:r>
              <a:rPr lang="en-US" altLang="en-US">
                <a:sym typeface="Symbol" panose="05050102010706020507" pitchFamily="18" charset="2"/>
              </a:rPr>
              <a:t> c and b  d</a:t>
            </a:r>
            <a:endParaRPr lang="en-US" altLang="en-US">
              <a:sym typeface="Symbol" panose="05050102010706020507" pitchFamily="18" charset="2"/>
            </a:endParaRPr>
          </a:p>
        </p:txBody>
      </p:sp>
      <p:graphicFrame>
        <p:nvGraphicFramePr>
          <p:cNvPr id="91140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438400" y="1143000"/>
          <a:ext cx="6248400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70" name="VISIO" r:id="rId2" imgW="8644255" imgH="2328545" progId="Visio.Drawing.6">
                  <p:embed/>
                </p:oleObj>
              </mc:Choice>
              <mc:Fallback>
                <p:oleObj name="VISIO" r:id="rId2" imgW="8644255" imgH="2328545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143000"/>
                        <a:ext cx="6248400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1" name="Object 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819400" y="4114800"/>
          <a:ext cx="2805113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71" name="VISIO" r:id="rId4" imgW="2835275" imgH="1744345" progId="Visio.Drawing.6">
                  <p:embed/>
                </p:oleObj>
              </mc:Choice>
              <mc:Fallback>
                <p:oleObj name="VISIO" r:id="rId4" imgW="2835275" imgH="1744345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114800"/>
                        <a:ext cx="2805113" cy="172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Candidate Generation by Edge Growing</a:t>
            </a:r>
            <a:endParaRPr lang="en-US" alt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400"/>
              <a:t>Case 2: a </a:t>
            </a:r>
            <a:r>
              <a:rPr lang="en-US" altLang="en-US" sz="2400">
                <a:sym typeface="Symbol" panose="05050102010706020507" pitchFamily="18" charset="2"/>
              </a:rPr>
              <a:t>= c and b  d</a:t>
            </a:r>
            <a:endParaRPr lang="en-US" altLang="en-US" sz="2400"/>
          </a:p>
          <a:p>
            <a:pPr lvl="1">
              <a:buFont typeface="Arial" panose="020B0604020202020204" pitchFamily="34" charset="0"/>
              <a:buNone/>
            </a:pPr>
            <a:endParaRPr lang="en-US" altLang="en-US" sz="20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>
              <a:sym typeface="Symbol" panose="05050102010706020507" pitchFamily="18" charset="2"/>
            </a:endParaRPr>
          </a:p>
        </p:txBody>
      </p:sp>
      <p:graphicFrame>
        <p:nvGraphicFramePr>
          <p:cNvPr id="9216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762000" y="2476500"/>
          <a:ext cx="3043238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4" name="VISIO" r:id="rId2" imgW="3841750" imgH="2359025" progId="Visio.Drawing.6">
                  <p:embed/>
                </p:oleObj>
              </mc:Choice>
              <mc:Fallback>
                <p:oleObj name="VISIO" r:id="rId2" imgW="3841750" imgH="2359025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476500"/>
                        <a:ext cx="3043238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5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105400" y="2514600"/>
          <a:ext cx="2989263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5" name="VISIO" r:id="rId4" imgW="3764915" imgH="2359025" progId="Visio.Drawing.6">
                  <p:embed/>
                </p:oleObj>
              </mc:Choice>
              <mc:Fallback>
                <p:oleObj name="VISIO" r:id="rId4" imgW="3764915" imgH="2359025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514600"/>
                        <a:ext cx="2989263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Candidate Generation by Edge Growing</a:t>
            </a:r>
            <a:endParaRPr lang="en-US" alt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400"/>
              <a:t>Case 3: a </a:t>
            </a:r>
            <a:r>
              <a:rPr lang="en-US" altLang="en-US" sz="2400">
                <a:sym typeface="Symbol" panose="05050102010706020507" pitchFamily="18" charset="2"/>
              </a:rPr>
              <a:t> c and b = d</a:t>
            </a:r>
            <a:endParaRPr lang="en-US" altLang="en-US" sz="2400"/>
          </a:p>
          <a:p>
            <a:pPr lvl="1">
              <a:buFont typeface="Arial" panose="020B0604020202020204" pitchFamily="34" charset="0"/>
              <a:buNone/>
            </a:pPr>
            <a:endParaRPr lang="en-US" altLang="en-US" sz="20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>
              <a:sym typeface="Symbol" panose="05050102010706020507" pitchFamily="18" charset="2"/>
            </a:endParaRPr>
          </a:p>
        </p:txBody>
      </p:sp>
      <p:graphicFrame>
        <p:nvGraphicFramePr>
          <p:cNvPr id="9318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762000" y="2438400"/>
          <a:ext cx="3043238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18" name="VISIO" r:id="rId2" imgW="3841750" imgH="2359025" progId="Visio.Drawing.6">
                  <p:embed/>
                </p:oleObj>
              </mc:Choice>
              <mc:Fallback>
                <p:oleObj name="VISIO" r:id="rId2" imgW="3841750" imgH="2359025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438400"/>
                        <a:ext cx="3043238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9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257800" y="2400300"/>
          <a:ext cx="3043238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19" name="VISIO" r:id="rId4" imgW="3841750" imgH="2359025" progId="Visio.Drawing.6">
                  <p:embed/>
                </p:oleObj>
              </mc:Choice>
              <mc:Fallback>
                <p:oleObj name="VISIO" r:id="rId4" imgW="3841750" imgH="2359025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400300"/>
                        <a:ext cx="3043238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Candidate Generation by Edge Growing</a:t>
            </a:r>
            <a:endParaRPr lang="en-US" altLang="en-US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400"/>
              <a:t>Case 4: a =</a:t>
            </a:r>
            <a:r>
              <a:rPr lang="en-US" altLang="en-US" sz="2400">
                <a:sym typeface="Symbol" panose="05050102010706020507" pitchFamily="18" charset="2"/>
              </a:rPr>
              <a:t> c and b = d</a:t>
            </a:r>
            <a:endParaRPr lang="en-US" altLang="en-US" sz="2400"/>
          </a:p>
          <a:p>
            <a:pPr lvl="1">
              <a:buFont typeface="Arial" panose="020B0604020202020204" pitchFamily="34" charset="0"/>
              <a:buNone/>
            </a:pPr>
            <a:endParaRPr lang="en-US" altLang="en-US" sz="20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>
              <a:sym typeface="Symbol" panose="05050102010706020507" pitchFamily="18" charset="2"/>
            </a:endParaRPr>
          </a:p>
        </p:txBody>
      </p:sp>
      <p:graphicFrame>
        <p:nvGraphicFramePr>
          <p:cNvPr id="9421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366838" y="2182813"/>
          <a:ext cx="6634162" cy="353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27" name="VISIO" r:id="rId2" imgW="9689465" imgH="5156200" progId="Visio.Drawing.6">
                  <p:embed/>
                </p:oleObj>
              </mc:Choice>
              <mc:Fallback>
                <p:oleObj name="VISIO" r:id="rId2" imgW="9689465" imgH="515620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838" y="2182813"/>
                        <a:ext cx="6634162" cy="353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Graph Isomorphism</a:t>
            </a:r>
            <a:endParaRPr lang="en-US" altLang="en-US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 graph is isomorphic if it is topologically equivalent to another graph</a:t>
            </a:r>
            <a:endParaRPr lang="en-US" altLang="en-US"/>
          </a:p>
        </p:txBody>
      </p:sp>
      <p:graphicFrame>
        <p:nvGraphicFramePr>
          <p:cNvPr id="95236" name="Object 4"/>
          <p:cNvGraphicFramePr>
            <a:graphicFrameLocks noChangeAspect="1"/>
          </p:cNvGraphicFramePr>
          <p:nvPr/>
        </p:nvGraphicFramePr>
        <p:xfrm>
          <a:off x="1371600" y="2286000"/>
          <a:ext cx="6734175" cy="405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51" name="Visio" r:id="rId2" imgW="11986895" imgH="6961505" progId="Visio.Drawing.6">
                  <p:embed/>
                </p:oleObj>
              </mc:Choice>
              <mc:Fallback>
                <p:oleObj name="Visio" r:id="rId2" imgW="11986895" imgH="6961505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286000"/>
                        <a:ext cx="6734175" cy="405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Graph Isomorphism</a:t>
            </a:r>
            <a:endParaRPr lang="en-US" altLang="en-US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Test for graph isomorphism is needed:</a:t>
            </a:r>
            <a:endParaRPr lang="en-US" altLang="en-US"/>
          </a:p>
          <a:p>
            <a:pPr lvl="1"/>
            <a:r>
              <a:rPr lang="en-US" altLang="en-US"/>
              <a:t>During candidate generation step, to determine whether a candidate has been generated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During candidate pruning step, to check whether its </a:t>
            </a:r>
            <a:br>
              <a:rPr lang="en-US" altLang="en-US"/>
            </a:br>
            <a:r>
              <a:rPr lang="en-US" altLang="en-US"/>
              <a:t>(</a:t>
            </a:r>
            <a:r>
              <a:rPr lang="en-US" altLang="en-US" i="1"/>
              <a:t>k-1</a:t>
            </a:r>
            <a:r>
              <a:rPr lang="en-US" altLang="en-US"/>
              <a:t>)-subgraphs are frequent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During candidate counting, to check whether a candidate is contained within another graph</a:t>
            </a:r>
            <a:endParaRPr lang="en-US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Graph Isomorphism</a:t>
            </a:r>
            <a:endParaRPr lang="en-US" altLang="en-US"/>
          </a:p>
        </p:txBody>
      </p:sp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762000" y="1066800"/>
          <a:ext cx="171926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44" name="VISIO" r:id="rId2" imgW="2261870" imgH="3101340" progId="Visio.Drawing.6">
                  <p:embed/>
                </p:oleObj>
              </mc:Choice>
              <mc:Fallback>
                <p:oleObj name="VISIO" r:id="rId2" imgW="2261870" imgH="310134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066800"/>
                        <a:ext cx="1719263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4" name="Object 4"/>
          <p:cNvGraphicFramePr>
            <a:graphicFrameLocks noChangeAspect="1"/>
          </p:cNvGraphicFramePr>
          <p:nvPr/>
        </p:nvGraphicFramePr>
        <p:xfrm>
          <a:off x="3657600" y="1066800"/>
          <a:ext cx="4886325" cy="237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45" name="Worksheet" r:id="rId4" imgW="5181600" imgH="2519045" progId="Excel.Sheet.8">
                  <p:embed/>
                </p:oleObj>
              </mc:Choice>
              <mc:Fallback>
                <p:oleObj name="Worksheet" r:id="rId4" imgW="5181600" imgH="2519045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066800"/>
                        <a:ext cx="4886325" cy="237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5" name="Object 5"/>
          <p:cNvGraphicFramePr>
            <a:graphicFrameLocks noChangeAspect="1"/>
          </p:cNvGraphicFramePr>
          <p:nvPr/>
        </p:nvGraphicFramePr>
        <p:xfrm>
          <a:off x="762000" y="3657600"/>
          <a:ext cx="16637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46" name="VISIO" r:id="rId6" imgW="2261870" imgH="3101340" progId="Visio.Drawing.6">
                  <p:embed/>
                </p:oleObj>
              </mc:Choice>
              <mc:Fallback>
                <p:oleObj name="VISIO" r:id="rId6" imgW="2261870" imgH="310134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657600"/>
                        <a:ext cx="16637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6" name="Object 6"/>
          <p:cNvGraphicFramePr>
            <a:graphicFrameLocks noChangeAspect="1"/>
          </p:cNvGraphicFramePr>
          <p:nvPr/>
        </p:nvGraphicFramePr>
        <p:xfrm>
          <a:off x="3657600" y="3581400"/>
          <a:ext cx="4876800" cy="236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47" name="Worksheet" r:id="rId8" imgW="5181600" imgH="2519045" progId="Excel.Sheet.8">
                  <p:embed/>
                </p:oleObj>
              </mc:Choice>
              <mc:Fallback>
                <p:oleObj name="Worksheet" r:id="rId8" imgW="5181600" imgH="2519045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581400"/>
                        <a:ext cx="4876800" cy="236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7" name="Text Box 7"/>
          <p:cNvSpPr txBox="1">
            <a:spLocks noChangeArrowheads="1"/>
          </p:cNvSpPr>
          <p:nvPr/>
        </p:nvSpPr>
        <p:spPr bwMode="auto">
          <a:xfrm>
            <a:off x="304800" y="6019800"/>
            <a:ext cx="609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/>
              <a:t> The same graph can be represented in many ways</a:t>
            </a:r>
            <a:endParaRPr lang="en-US" altLang="en-US" sz="14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Graph Isomorphism</a:t>
            </a:r>
            <a:endParaRPr lang="en-US" altLang="en-US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 canonical labeling to handle isomorphism</a:t>
            </a:r>
            <a:endParaRPr lang="en-US" altLang="en-US"/>
          </a:p>
          <a:p>
            <a:pPr lvl="1"/>
            <a:r>
              <a:rPr lang="en-US" altLang="en-US"/>
              <a:t>Map each graph into an ordered string representation (known as its code) such that two isomorphic graphs will be mapped to the same canonical encoding</a:t>
            </a:r>
            <a:endParaRPr lang="en-US" altLang="en-US"/>
          </a:p>
          <a:p>
            <a:pPr lvl="1"/>
            <a:r>
              <a:rPr lang="en-US" altLang="en-US"/>
              <a:t>Example: </a:t>
            </a:r>
            <a:endParaRPr lang="en-US" altLang="en-US"/>
          </a:p>
          <a:p>
            <a:pPr lvl="2"/>
            <a:r>
              <a:rPr lang="en-US" altLang="en-US"/>
              <a:t> Lexicographically largest adjacency matrix</a:t>
            </a:r>
            <a:endParaRPr lang="en-US" altLang="en-US"/>
          </a:p>
          <a:p>
            <a:endParaRPr lang="en-US" altLang="en-US"/>
          </a:p>
        </p:txBody>
      </p:sp>
      <p:sp>
        <p:nvSpPr>
          <p:cNvPr id="98308" name="Oval 4"/>
          <p:cNvSpPr>
            <a:spLocks noChangeArrowheads="1"/>
          </p:cNvSpPr>
          <p:nvPr/>
        </p:nvSpPr>
        <p:spPr bwMode="auto">
          <a:xfrm>
            <a:off x="381000" y="43434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98309" name="Oval 5"/>
          <p:cNvSpPr>
            <a:spLocks noChangeArrowheads="1"/>
          </p:cNvSpPr>
          <p:nvPr/>
        </p:nvSpPr>
        <p:spPr bwMode="auto">
          <a:xfrm>
            <a:off x="533400" y="52578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98310" name="Oval 6"/>
          <p:cNvSpPr>
            <a:spLocks noChangeArrowheads="1"/>
          </p:cNvSpPr>
          <p:nvPr/>
        </p:nvSpPr>
        <p:spPr bwMode="auto">
          <a:xfrm>
            <a:off x="1219200" y="44958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98311" name="Oval 7"/>
          <p:cNvSpPr>
            <a:spLocks noChangeArrowheads="1"/>
          </p:cNvSpPr>
          <p:nvPr/>
        </p:nvSpPr>
        <p:spPr bwMode="auto">
          <a:xfrm>
            <a:off x="1371600" y="53340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98312" name="Line 8"/>
          <p:cNvSpPr>
            <a:spLocks noChangeShapeType="1"/>
          </p:cNvSpPr>
          <p:nvPr/>
        </p:nvSpPr>
        <p:spPr bwMode="auto">
          <a:xfrm flipH="1" flipV="1">
            <a:off x="762000" y="5410200"/>
            <a:ext cx="609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3" name="Line 9"/>
          <p:cNvSpPr>
            <a:spLocks noChangeShapeType="1"/>
          </p:cNvSpPr>
          <p:nvPr/>
        </p:nvSpPr>
        <p:spPr bwMode="auto">
          <a:xfrm flipV="1">
            <a:off x="685800" y="4724400"/>
            <a:ext cx="6096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4" name="Line 10"/>
          <p:cNvSpPr>
            <a:spLocks noChangeShapeType="1"/>
          </p:cNvSpPr>
          <p:nvPr/>
        </p:nvSpPr>
        <p:spPr bwMode="auto">
          <a:xfrm>
            <a:off x="1371600" y="4724400"/>
            <a:ext cx="762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98315" name="Object 11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994025" y="3825875"/>
          <a:ext cx="1909763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58" name="Equation" r:id="rId2" imgW="889000" imgH="914400" progId="Equation.3">
                  <p:embed/>
                </p:oleObj>
              </mc:Choice>
              <mc:Fallback>
                <p:oleObj name="Equation" r:id="rId2" imgW="889000" imgH="914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025" y="3825875"/>
                        <a:ext cx="1909763" cy="196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6" name="Line 12"/>
          <p:cNvSpPr>
            <a:spLocks noChangeShapeType="1"/>
          </p:cNvSpPr>
          <p:nvPr/>
        </p:nvSpPr>
        <p:spPr bwMode="auto">
          <a:xfrm>
            <a:off x="609600" y="4495800"/>
            <a:ext cx="76200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7" name="Line 13"/>
          <p:cNvSpPr>
            <a:spLocks noChangeShapeType="1"/>
          </p:cNvSpPr>
          <p:nvPr/>
        </p:nvSpPr>
        <p:spPr bwMode="auto">
          <a:xfrm>
            <a:off x="1905000" y="495300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8" name="Text Box 14"/>
          <p:cNvSpPr txBox="1">
            <a:spLocks noChangeArrowheads="1"/>
          </p:cNvSpPr>
          <p:nvPr/>
        </p:nvSpPr>
        <p:spPr bwMode="auto">
          <a:xfrm>
            <a:off x="3124200" y="5881688"/>
            <a:ext cx="190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String: 011011</a:t>
            </a:r>
            <a:endParaRPr lang="en-US" altLang="en-US" sz="1800"/>
          </a:p>
        </p:txBody>
      </p:sp>
      <p:graphicFrame>
        <p:nvGraphicFramePr>
          <p:cNvPr id="98319" name="Object 15"/>
          <p:cNvGraphicFramePr>
            <a:graphicFrameLocks noChangeAspect="1"/>
          </p:cNvGraphicFramePr>
          <p:nvPr/>
        </p:nvGraphicFramePr>
        <p:xfrm>
          <a:off x="6396038" y="3825875"/>
          <a:ext cx="1909762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59" name="Equation" r:id="rId4" imgW="889000" imgH="914400" progId="Equation.3">
                  <p:embed/>
                </p:oleObj>
              </mc:Choice>
              <mc:Fallback>
                <p:oleObj name="Equation" r:id="rId4" imgW="889000" imgH="914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6038" y="3825875"/>
                        <a:ext cx="1909762" cy="196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20" name="Line 16"/>
          <p:cNvSpPr>
            <a:spLocks noChangeShapeType="1"/>
          </p:cNvSpPr>
          <p:nvPr/>
        </p:nvSpPr>
        <p:spPr bwMode="auto">
          <a:xfrm>
            <a:off x="5307013" y="495300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21" name="Text Box 17"/>
          <p:cNvSpPr txBox="1">
            <a:spLocks noChangeArrowheads="1"/>
          </p:cNvSpPr>
          <p:nvPr/>
        </p:nvSpPr>
        <p:spPr bwMode="auto">
          <a:xfrm>
            <a:off x="6324600" y="58674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Canonical: 111100</a:t>
            </a:r>
            <a:endParaRPr lang="en-US" altLang="en-US" sz="1800"/>
          </a:p>
        </p:txBody>
      </p:sp>
      <p:grpSp>
        <p:nvGrpSpPr>
          <p:cNvPr id="98322" name="Group 18"/>
          <p:cNvGrpSpPr/>
          <p:nvPr/>
        </p:nvGrpSpPr>
        <p:grpSpPr bwMode="auto">
          <a:xfrm>
            <a:off x="3276600" y="3810000"/>
            <a:ext cx="1752600" cy="1828800"/>
            <a:chOff x="2064" y="2400"/>
            <a:chExt cx="1104" cy="1152"/>
          </a:xfrm>
        </p:grpSpPr>
        <p:sp>
          <p:nvSpPr>
            <p:cNvPr id="98327" name="Line 19"/>
            <p:cNvSpPr>
              <a:spLocks noChangeShapeType="1"/>
            </p:cNvSpPr>
            <p:nvPr/>
          </p:nvSpPr>
          <p:spPr bwMode="auto">
            <a:xfrm>
              <a:off x="2064" y="2400"/>
              <a:ext cx="1104" cy="1152"/>
            </a:xfrm>
            <a:prstGeom prst="line">
              <a:avLst/>
            </a:prstGeom>
            <a:noFill/>
            <a:ln w="31750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28" name="Line 20"/>
            <p:cNvSpPr>
              <a:spLocks noChangeShapeType="1"/>
            </p:cNvSpPr>
            <p:nvPr/>
          </p:nvSpPr>
          <p:spPr bwMode="auto">
            <a:xfrm>
              <a:off x="2064" y="2400"/>
              <a:ext cx="1104" cy="0"/>
            </a:xfrm>
            <a:prstGeom prst="line">
              <a:avLst/>
            </a:prstGeom>
            <a:noFill/>
            <a:ln w="31750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29" name="Line 21"/>
            <p:cNvSpPr>
              <a:spLocks noChangeShapeType="1"/>
            </p:cNvSpPr>
            <p:nvPr/>
          </p:nvSpPr>
          <p:spPr bwMode="auto">
            <a:xfrm>
              <a:off x="3168" y="2400"/>
              <a:ext cx="0" cy="1152"/>
            </a:xfrm>
            <a:prstGeom prst="line">
              <a:avLst/>
            </a:prstGeom>
            <a:noFill/>
            <a:ln w="31750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8323" name="Group 22"/>
          <p:cNvGrpSpPr/>
          <p:nvPr/>
        </p:nvGrpSpPr>
        <p:grpSpPr bwMode="auto">
          <a:xfrm>
            <a:off x="6629400" y="3810000"/>
            <a:ext cx="1752600" cy="1828800"/>
            <a:chOff x="2064" y="2400"/>
            <a:chExt cx="1104" cy="1152"/>
          </a:xfrm>
        </p:grpSpPr>
        <p:sp>
          <p:nvSpPr>
            <p:cNvPr id="98324" name="Line 23"/>
            <p:cNvSpPr>
              <a:spLocks noChangeShapeType="1"/>
            </p:cNvSpPr>
            <p:nvPr/>
          </p:nvSpPr>
          <p:spPr bwMode="auto">
            <a:xfrm>
              <a:off x="2064" y="2400"/>
              <a:ext cx="1104" cy="1152"/>
            </a:xfrm>
            <a:prstGeom prst="line">
              <a:avLst/>
            </a:prstGeom>
            <a:noFill/>
            <a:ln w="31750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25" name="Line 24"/>
            <p:cNvSpPr>
              <a:spLocks noChangeShapeType="1"/>
            </p:cNvSpPr>
            <p:nvPr/>
          </p:nvSpPr>
          <p:spPr bwMode="auto">
            <a:xfrm>
              <a:off x="2064" y="2400"/>
              <a:ext cx="1104" cy="0"/>
            </a:xfrm>
            <a:prstGeom prst="line">
              <a:avLst/>
            </a:prstGeom>
            <a:noFill/>
            <a:ln w="31750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26" name="Line 25"/>
            <p:cNvSpPr>
              <a:spLocks noChangeShapeType="1"/>
            </p:cNvSpPr>
            <p:nvPr/>
          </p:nvSpPr>
          <p:spPr bwMode="auto">
            <a:xfrm>
              <a:off x="3168" y="2400"/>
              <a:ext cx="0" cy="1152"/>
            </a:xfrm>
            <a:prstGeom prst="line">
              <a:avLst/>
            </a:prstGeom>
            <a:noFill/>
            <a:ln w="31750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80400" cy="533400"/>
          </a:xfrm>
        </p:spPr>
        <p:txBody>
          <a:bodyPr/>
          <a:lstStyle/>
          <a:p>
            <a:r>
              <a:rPr lang="en-US" altLang="en-US" sz="2800"/>
              <a:t>Example of Canonical Labeling </a:t>
            </a:r>
            <a:br>
              <a:rPr lang="en-US" altLang="en-US" sz="2800"/>
            </a:br>
            <a:r>
              <a:rPr lang="en-US" altLang="en-US" sz="2800"/>
              <a:t>(Kuramochi &amp; Karypis, ICDM 2001)</a:t>
            </a:r>
            <a:endParaRPr lang="en-US" altLang="en-US" sz="2800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Graph: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Adjacency matrix representation:</a:t>
            </a:r>
            <a:endParaRPr lang="en-US" altLang="en-US"/>
          </a:p>
        </p:txBody>
      </p:sp>
      <p:pic>
        <p:nvPicPr>
          <p:cNvPr id="99332" name="Picture 4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65" r="19565" b="13837"/>
          <a:stretch>
            <a:fillRect/>
          </a:stretch>
        </p:blipFill>
        <p:spPr>
          <a:xfrm>
            <a:off x="3352800" y="1066800"/>
            <a:ext cx="2514600" cy="2155825"/>
          </a:xfrm>
          <a:noFill/>
        </p:spPr>
      </p:pic>
      <p:pic>
        <p:nvPicPr>
          <p:cNvPr id="99333" name="Picture 5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76600" y="3886200"/>
            <a:ext cx="3124200" cy="2049463"/>
          </a:xfrm>
          <a:noFill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280400" cy="533400"/>
          </a:xfrm>
        </p:spPr>
        <p:txBody>
          <a:bodyPr/>
          <a:lstStyle/>
          <a:p>
            <a:r>
              <a:rPr lang="en-US" altLang="en-US" sz="2800"/>
              <a:t>Example of Canonical Labeling </a:t>
            </a:r>
            <a:br>
              <a:rPr lang="en-US" altLang="en-US" sz="2800"/>
            </a:br>
            <a:r>
              <a:rPr lang="en-US" altLang="en-US" sz="2800"/>
              <a:t>(Kuramochi &amp; Karypis, ICDM 2001)</a:t>
            </a:r>
            <a:endParaRPr lang="en-US" altLang="en-US" sz="280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Order based on vertex degree: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Order based on vertex labels:</a:t>
            </a:r>
            <a:endParaRPr lang="en-US" altLang="en-US"/>
          </a:p>
        </p:txBody>
      </p:sp>
      <p:pic>
        <p:nvPicPr>
          <p:cNvPr id="100356" name="Picture 4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67200" y="1676400"/>
            <a:ext cx="2971800" cy="1819275"/>
          </a:xfrm>
          <a:noFill/>
        </p:spPr>
      </p:pic>
      <p:pic>
        <p:nvPicPr>
          <p:cNvPr id="100357" name="Picture 5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38600" y="4343400"/>
            <a:ext cx="3200400" cy="2044700"/>
          </a:xfrm>
          <a:noFill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80400" cy="533400"/>
          </a:xfrm>
        </p:spPr>
        <p:txBody>
          <a:bodyPr/>
          <a:lstStyle/>
          <a:p>
            <a:r>
              <a:rPr lang="en-US" altLang="en-US" sz="2800"/>
              <a:t>Example of Canonical Labeling </a:t>
            </a:r>
            <a:br>
              <a:rPr lang="en-US" altLang="en-US" sz="2800"/>
            </a:br>
            <a:r>
              <a:rPr lang="en-US" altLang="en-US" sz="2800"/>
              <a:t>(Kuramochi &amp; Karypis, ICDM 2001)</a:t>
            </a:r>
            <a:endParaRPr lang="en-US" altLang="en-US" sz="280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Find canonical label: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101380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2209800"/>
            <a:ext cx="7467600" cy="2311400"/>
          </a:xfrm>
          <a:noFill/>
        </p:spPr>
      </p:pic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1752600" y="48768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/>
              <a:t>0 0 0 e</a:t>
            </a:r>
            <a:r>
              <a:rPr lang="en-US" altLang="en-US" sz="2400" baseline="-25000"/>
              <a:t>1</a:t>
            </a:r>
            <a:r>
              <a:rPr lang="en-US" altLang="en-US" sz="1400"/>
              <a:t> </a:t>
            </a:r>
            <a:r>
              <a:rPr lang="en-US" altLang="en-US" sz="2400"/>
              <a:t>e</a:t>
            </a:r>
            <a:r>
              <a:rPr lang="en-US" altLang="en-US" sz="2400" baseline="-25000"/>
              <a:t>0</a:t>
            </a:r>
            <a:r>
              <a:rPr lang="en-US" altLang="en-US" sz="2400"/>
              <a:t> e</a:t>
            </a:r>
            <a:r>
              <a:rPr lang="en-US" altLang="en-US" sz="2400" baseline="-25000"/>
              <a:t>0</a:t>
            </a:r>
            <a:endParaRPr lang="en-US" altLang="en-US" sz="2400" baseline="-25000"/>
          </a:p>
        </p:txBody>
      </p:sp>
      <p:sp>
        <p:nvSpPr>
          <p:cNvPr id="101382" name="Text Box 6"/>
          <p:cNvSpPr txBox="1">
            <a:spLocks noChangeArrowheads="1"/>
          </p:cNvSpPr>
          <p:nvPr/>
        </p:nvSpPr>
        <p:spPr bwMode="auto">
          <a:xfrm>
            <a:off x="5562600" y="48768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/>
              <a:t>0 0 0 e</a:t>
            </a:r>
            <a:r>
              <a:rPr lang="en-US" altLang="en-US" sz="2400" baseline="-25000"/>
              <a:t>0</a:t>
            </a:r>
            <a:r>
              <a:rPr lang="en-US" altLang="en-US" sz="1400"/>
              <a:t> </a:t>
            </a:r>
            <a:r>
              <a:rPr lang="en-US" altLang="en-US" sz="2400"/>
              <a:t>e</a:t>
            </a:r>
            <a:r>
              <a:rPr lang="en-US" altLang="en-US" sz="2400" baseline="-25000"/>
              <a:t>1</a:t>
            </a:r>
            <a:r>
              <a:rPr lang="en-US" altLang="en-US" sz="2400"/>
              <a:t> e</a:t>
            </a:r>
            <a:r>
              <a:rPr lang="en-US" altLang="en-US" sz="2400" baseline="-25000"/>
              <a:t>0</a:t>
            </a:r>
            <a:endParaRPr lang="en-US" altLang="en-US" sz="2400" baseline="-25000"/>
          </a:p>
        </p:txBody>
      </p:sp>
      <p:sp>
        <p:nvSpPr>
          <p:cNvPr id="101383" name="Text Box 7"/>
          <p:cNvSpPr txBox="1">
            <a:spLocks noChangeArrowheads="1"/>
          </p:cNvSpPr>
          <p:nvPr/>
        </p:nvSpPr>
        <p:spPr bwMode="auto">
          <a:xfrm>
            <a:off x="4419600" y="4876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/>
              <a:t>&gt;</a:t>
            </a:r>
            <a:endParaRPr lang="en-US" altLang="en-US" sz="2400"/>
          </a:p>
        </p:txBody>
      </p:sp>
      <p:sp>
        <p:nvSpPr>
          <p:cNvPr id="101384" name="Text Box 8"/>
          <p:cNvSpPr txBox="1">
            <a:spLocks noChangeArrowheads="1"/>
          </p:cNvSpPr>
          <p:nvPr/>
        </p:nvSpPr>
        <p:spPr bwMode="auto">
          <a:xfrm>
            <a:off x="1905000" y="5486400"/>
            <a:ext cx="1905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(Canonical Label)</a:t>
            </a:r>
            <a:endParaRPr lang="en-US" alt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0</TotalTime>
  <Words>21792</Words>
  <Application>WPS 演示</Application>
  <PresentationFormat>On-screen Show (4:3)</PresentationFormat>
  <Paragraphs>1347</Paragraphs>
  <Slides>87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49</vt:i4>
      </vt:variant>
      <vt:variant>
        <vt:lpstr>幻灯片标题</vt:lpstr>
      </vt:variant>
      <vt:variant>
        <vt:i4>87</vt:i4>
      </vt:variant>
    </vt:vector>
  </HeadingPairs>
  <TitlesOfParts>
    <vt:vector size="152" baseType="lpstr">
      <vt:lpstr>Arial</vt:lpstr>
      <vt:lpstr>宋体</vt:lpstr>
      <vt:lpstr>Wingdings</vt:lpstr>
      <vt:lpstr>Tahoma</vt:lpstr>
      <vt:lpstr>Monotype Sorts</vt:lpstr>
      <vt:lpstr>Wingdings</vt:lpstr>
      <vt:lpstr>Times New Roman</vt:lpstr>
      <vt:lpstr>Symbol</vt:lpstr>
      <vt:lpstr>微软雅黑</vt:lpstr>
      <vt:lpstr>Arial Unicode MS</vt:lpstr>
      <vt:lpstr>Calibri</vt:lpstr>
      <vt:lpstr>PMingLiU</vt:lpstr>
      <vt:lpstr>PMingLiU-ExtB</vt:lpstr>
      <vt:lpstr>Marlett</vt:lpstr>
      <vt:lpstr>LC.BRev.FY97</vt:lpstr>
      <vt:lpstr>1_LC.BRev.FY97</vt:lpstr>
      <vt:lpstr>Visio.Drawing.6</vt:lpstr>
      <vt:lpstr>Excel.Sheet.8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Equation.3</vt:lpstr>
      <vt:lpstr>Visio.Drawing.6</vt:lpstr>
      <vt:lpstr>Visio.Drawing.6</vt:lpstr>
      <vt:lpstr>Visio.Drawing.6</vt:lpstr>
      <vt:lpstr>Visio.Drawing.6</vt:lpstr>
      <vt:lpstr>Excel.Sheet.8</vt:lpstr>
      <vt:lpstr>Visio.Drawing.6</vt:lpstr>
      <vt:lpstr>Visio.Drawing.6</vt:lpstr>
      <vt:lpstr>Visio.Drawing.6</vt:lpstr>
      <vt:lpstr>Visio.Drawing.6</vt:lpstr>
      <vt:lpstr>Visio.Drawing.6</vt:lpstr>
      <vt:lpstr>Equation.3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Excel.Sheet.8</vt:lpstr>
      <vt:lpstr>Visio.Drawing.6</vt:lpstr>
      <vt:lpstr>Visio.Drawing.6</vt:lpstr>
      <vt:lpstr>Visio.Drawing.6</vt:lpstr>
      <vt:lpstr>Visio.Drawing.6</vt:lpstr>
      <vt:lpstr>Visio.Drawing.6</vt:lpstr>
      <vt:lpstr>Excel.Sheet.8</vt:lpstr>
      <vt:lpstr>Visio.Drawing.6</vt:lpstr>
      <vt:lpstr>Excel.Sheet.8</vt:lpstr>
      <vt:lpstr>Equation.3</vt:lpstr>
      <vt:lpstr>Equation.3</vt:lpstr>
      <vt:lpstr>Excel.Sheet.8</vt:lpstr>
      <vt:lpstr>Excel.Sheet.8</vt:lpstr>
      <vt:lpstr>Excel.Sheet.8</vt:lpstr>
      <vt:lpstr>Equation.3</vt:lpstr>
      <vt:lpstr>Excel.Sheet.8</vt:lpstr>
      <vt:lpstr>Data Mining </vt:lpstr>
      <vt:lpstr>Data Mining  Association Analysis: Advanced Concepts</vt:lpstr>
      <vt:lpstr>Continuous and Categorical Attributes</vt:lpstr>
      <vt:lpstr>Handling Categorical Attributes</vt:lpstr>
      <vt:lpstr>Handling Categorical Attributes</vt:lpstr>
      <vt:lpstr>Handling Categorical Attributes</vt:lpstr>
      <vt:lpstr>Handling Categorical Attributes</vt:lpstr>
      <vt:lpstr>Handling Continuous Attributes</vt:lpstr>
      <vt:lpstr>Discretization-based Methods</vt:lpstr>
      <vt:lpstr>Discretization-based Methods</vt:lpstr>
      <vt:lpstr>Discretization Issues</vt:lpstr>
      <vt:lpstr>Discretization Issues</vt:lpstr>
      <vt:lpstr>Discretization: all possible intervals</vt:lpstr>
      <vt:lpstr>Statistics-based Methods</vt:lpstr>
      <vt:lpstr>Statistics-based Methods</vt:lpstr>
      <vt:lpstr>Statistics-based Methods</vt:lpstr>
      <vt:lpstr>Statistics-based Methods</vt:lpstr>
      <vt:lpstr>Min-Apriori</vt:lpstr>
      <vt:lpstr>Min-Apriori</vt:lpstr>
      <vt:lpstr>Min-Apriori</vt:lpstr>
      <vt:lpstr>Min-Apriori</vt:lpstr>
      <vt:lpstr>Anti-monotone property of Support</vt:lpstr>
      <vt:lpstr>Concept Hierarchies</vt:lpstr>
      <vt:lpstr>Multi-level Association Rules</vt:lpstr>
      <vt:lpstr>Multi-level Association Rules</vt:lpstr>
      <vt:lpstr>Multi-level Association Rules</vt:lpstr>
      <vt:lpstr>Multi-level Association Rules</vt:lpstr>
      <vt:lpstr>PowerPoint 演示文稿</vt:lpstr>
      <vt:lpstr>Examples of Sequence</vt:lpstr>
      <vt:lpstr>Sequential Pattern Discovery: Examples</vt:lpstr>
      <vt:lpstr>Sequence Data</vt:lpstr>
      <vt:lpstr>Sequence Data</vt:lpstr>
      <vt:lpstr>Sequence Data vs. Market-basket Data</vt:lpstr>
      <vt:lpstr>Sequence Data vs. Market-basket Data</vt:lpstr>
      <vt:lpstr>Formal Definition of a Sequence</vt:lpstr>
      <vt:lpstr>Formal Definition of a Subsequence</vt:lpstr>
      <vt:lpstr>Sequential Pattern Mining: Definition</vt:lpstr>
      <vt:lpstr>Sequential Pattern Mining: Example</vt:lpstr>
      <vt:lpstr>Sequence Data vs. Market-basket Data</vt:lpstr>
      <vt:lpstr>Extracting Sequential Patterns</vt:lpstr>
      <vt:lpstr>Extracting Sequential Patterns: Simple example</vt:lpstr>
      <vt:lpstr>Generalized Sequential Pattern (GSP)</vt:lpstr>
      <vt:lpstr>Candidate Generation</vt:lpstr>
      <vt:lpstr>Candidate Generation</vt:lpstr>
      <vt:lpstr>Candidate Generation Examples</vt:lpstr>
      <vt:lpstr>Candidate Generation: Examples (ctd)</vt:lpstr>
      <vt:lpstr>Candidate Generation: Examples (ctd)</vt:lpstr>
      <vt:lpstr>GSP Example</vt:lpstr>
      <vt:lpstr>GSP Example</vt:lpstr>
      <vt:lpstr>Timing Constraints (I)</vt:lpstr>
      <vt:lpstr>Mining Sequential Patterns with Timing Constraints</vt:lpstr>
      <vt:lpstr>Apriori Principle for Sequence Data</vt:lpstr>
      <vt:lpstr>Contiguous Subsequences</vt:lpstr>
      <vt:lpstr>Modified Candidate Pruning Step</vt:lpstr>
      <vt:lpstr>Timing Constraints (II)</vt:lpstr>
      <vt:lpstr>Modified Support Counting Step</vt:lpstr>
      <vt:lpstr>Other Formulation</vt:lpstr>
      <vt:lpstr>General Support Counting Schemes</vt:lpstr>
      <vt:lpstr>PowerPoint 演示文稿</vt:lpstr>
      <vt:lpstr>Frequent Subgraph Mining</vt:lpstr>
      <vt:lpstr>Graph Definitions</vt:lpstr>
      <vt:lpstr>Representing Transactions as Graphs</vt:lpstr>
      <vt:lpstr>Representing Graphs as Transactions</vt:lpstr>
      <vt:lpstr>Challenges</vt:lpstr>
      <vt:lpstr>Challenges…</vt:lpstr>
      <vt:lpstr>Vertex Growing</vt:lpstr>
      <vt:lpstr>Edge Growing</vt:lpstr>
      <vt:lpstr>Apriori-like Algorithm</vt:lpstr>
      <vt:lpstr>Example: Dataset</vt:lpstr>
      <vt:lpstr>Example</vt:lpstr>
      <vt:lpstr>Candidate Generation</vt:lpstr>
      <vt:lpstr>Multiplicity of Candidates (Vertex Growing)</vt:lpstr>
      <vt:lpstr>Multiplicity of Candidates (Edge growing)</vt:lpstr>
      <vt:lpstr>Multiplicity of Candidates (Edge growing)</vt:lpstr>
      <vt:lpstr>Multiplicity of Candidates (Edge growing)</vt:lpstr>
      <vt:lpstr>Topological Equivalence</vt:lpstr>
      <vt:lpstr>Candidate Generation by Edge Growing</vt:lpstr>
      <vt:lpstr>Candidate Generation by Edge Growing</vt:lpstr>
      <vt:lpstr>Candidate Generation by Edge Growing</vt:lpstr>
      <vt:lpstr>Candidate Generation by Edge Growing</vt:lpstr>
      <vt:lpstr>Graph Isomorphism</vt:lpstr>
      <vt:lpstr>Graph Isomorphism</vt:lpstr>
      <vt:lpstr>Graph Isomorphism</vt:lpstr>
      <vt:lpstr>Graph Isomorphism</vt:lpstr>
      <vt:lpstr>Example of Canonical Labeling  (Kuramochi &amp; Karypis, ICDM 2001)</vt:lpstr>
      <vt:lpstr>Example of Canonical Labeling  (Kuramochi &amp; Karypis, ICDM 2001)</vt:lpstr>
      <vt:lpstr>Example of Canonical Labeling  (Kuramochi &amp; Karypis, ICDM 2001)</vt:lpstr>
    </vt:vector>
  </TitlesOfParts>
  <LinksUpToDate>false</LinksUpToDate>
  <SharedDoc>false</SharedDoc>
  <HyperlinksChanged>false</HyperlinksChanged>
  <AppVersion>14.0000</AppVersion>
  <Pages>3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</dc:title>
  <dc:creator>anujkarpatne@gmail.com</dc:creator>
  <cp:lastModifiedBy>XKM</cp:lastModifiedBy>
  <cp:revision>39</cp:revision>
  <cp:lastPrinted>2013-10-29T23:22:00Z</cp:lastPrinted>
  <dcterms:created xsi:type="dcterms:W3CDTF">2018-02-14T20:49:00Z</dcterms:created>
  <dcterms:modified xsi:type="dcterms:W3CDTF">2025-09-01T23:21:01Z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9974326D6A884D60ACD4E94BFC8A5E36_12</vt:lpwstr>
  </property>
  <property fmtid="{D5CDD505-2E9C-101B-9397-08002B2CF9AE}" pid="3" name="KSOProductBuildVer">
    <vt:lpwstr>2052-12.1.0.22529</vt:lpwstr>
  </property>
</Properties>
</file>